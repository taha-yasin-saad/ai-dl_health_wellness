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72" r:id="rId11"/>
    <p:sldId id="264" r:id="rId12"/>
    <p:sldId id="273" r:id="rId13"/>
    <p:sldId id="265" r:id="rId14"/>
    <p:sldId id="274" r:id="rId15"/>
    <p:sldId id="266" r:id="rId16"/>
    <p:sldId id="275" r:id="rId17"/>
    <p:sldId id="276" r:id="rId18"/>
    <p:sldId id="277" r:id="rId19"/>
    <p:sldId id="278" r:id="rId20"/>
    <p:sldId id="279" r:id="rId21"/>
    <p:sldId id="267" r:id="rId22"/>
    <p:sldId id="268" r:id="rId23"/>
    <p:sldId id="269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2CB6EE-ABB9-4F79-8387-3CED1C4022F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98A7F9F-394E-46D6-95E2-0FFAF47770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COVID-19 created the need for </a:t>
          </a:r>
          <a:r>
            <a:rPr lang="en-US" b="1"/>
            <a:t>fast, accessible, reliable</a:t>
          </a:r>
          <a:r>
            <a:rPr lang="en-US"/>
            <a:t> diagnostic tools.</a:t>
          </a:r>
        </a:p>
      </dgm:t>
    </dgm:pt>
    <dgm:pt modelId="{44D27609-BFB4-4684-800D-519427167708}" type="parTrans" cxnId="{E821DA6C-2E8A-469B-82A9-BD2D7B4FBC6B}">
      <dgm:prSet/>
      <dgm:spPr/>
      <dgm:t>
        <a:bodyPr/>
        <a:lstStyle/>
        <a:p>
          <a:endParaRPr lang="en-US"/>
        </a:p>
      </dgm:t>
    </dgm:pt>
    <dgm:pt modelId="{E67B1E4B-6975-4EFA-8302-14C6F5D89909}" type="sibTrans" cxnId="{E821DA6C-2E8A-469B-82A9-BD2D7B4FBC6B}">
      <dgm:prSet/>
      <dgm:spPr/>
      <dgm:t>
        <a:bodyPr/>
        <a:lstStyle/>
        <a:p>
          <a:endParaRPr lang="en-US"/>
        </a:p>
      </dgm:t>
    </dgm:pt>
    <dgm:pt modelId="{56212115-6F52-4E44-8540-200E409DAB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RT-PCR is accurate but slow and resource-intensive.</a:t>
          </a:r>
        </a:p>
      </dgm:t>
    </dgm:pt>
    <dgm:pt modelId="{60CBD573-0503-4C8B-B2F0-D12D58E9F865}" type="parTrans" cxnId="{7869CC88-73AD-4B77-BD43-63F331C3B546}">
      <dgm:prSet/>
      <dgm:spPr/>
      <dgm:t>
        <a:bodyPr/>
        <a:lstStyle/>
        <a:p>
          <a:endParaRPr lang="en-US"/>
        </a:p>
      </dgm:t>
    </dgm:pt>
    <dgm:pt modelId="{B60B5810-3EDB-4A3F-8BA1-E36F08B5ACC5}" type="sibTrans" cxnId="{7869CC88-73AD-4B77-BD43-63F331C3B546}">
      <dgm:prSet/>
      <dgm:spPr/>
      <dgm:t>
        <a:bodyPr/>
        <a:lstStyle/>
        <a:p>
          <a:endParaRPr lang="en-US"/>
        </a:p>
      </dgm:t>
    </dgm:pt>
    <dgm:pt modelId="{91A9B32D-4511-4822-8DC1-835D878B2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Chest X-Ray is widely available and low-cost → ideal for quick triage.</a:t>
          </a:r>
        </a:p>
      </dgm:t>
    </dgm:pt>
    <dgm:pt modelId="{9CADA7C3-64E2-4A7B-8A49-A8D716E87D96}" type="parTrans" cxnId="{EA4B2754-1C0C-40DC-B812-2724144BD332}">
      <dgm:prSet/>
      <dgm:spPr/>
      <dgm:t>
        <a:bodyPr/>
        <a:lstStyle/>
        <a:p>
          <a:endParaRPr lang="en-US"/>
        </a:p>
      </dgm:t>
    </dgm:pt>
    <dgm:pt modelId="{FD6FAEB5-D723-402E-A6DC-354B0FCA747D}" type="sibTrans" cxnId="{EA4B2754-1C0C-40DC-B812-2724144BD332}">
      <dgm:prSet/>
      <dgm:spPr/>
      <dgm:t>
        <a:bodyPr/>
        <a:lstStyle/>
        <a:p>
          <a:endParaRPr lang="en-US"/>
        </a:p>
      </dgm:t>
    </dgm:pt>
    <dgm:pt modelId="{6A23FB4D-2D9F-4123-80D6-1823B2FDE0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Deep Learning can identify subtle radiological patterns.</a:t>
          </a:r>
        </a:p>
      </dgm:t>
    </dgm:pt>
    <dgm:pt modelId="{EFC1887A-CCC0-45CF-B067-FE0FC8AE8766}" type="parTrans" cxnId="{55288FC6-C464-4E79-9823-44905D43A6D2}">
      <dgm:prSet/>
      <dgm:spPr/>
      <dgm:t>
        <a:bodyPr/>
        <a:lstStyle/>
        <a:p>
          <a:endParaRPr lang="en-US"/>
        </a:p>
      </dgm:t>
    </dgm:pt>
    <dgm:pt modelId="{C0D44D42-9D51-467E-AA54-081D3FC8026A}" type="sibTrans" cxnId="{55288FC6-C464-4E79-9823-44905D43A6D2}">
      <dgm:prSet/>
      <dgm:spPr/>
      <dgm:t>
        <a:bodyPr/>
        <a:lstStyle/>
        <a:p>
          <a:endParaRPr lang="en-US"/>
        </a:p>
      </dgm:t>
    </dgm:pt>
    <dgm:pt modelId="{A41ECE8F-26EB-4D6E-BB12-C0EEBDFDC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</a:t>
          </a:r>
          <a:r>
            <a:rPr lang="en-US" b="1"/>
            <a:t>Health &amp; Wellness</a:t>
          </a:r>
          <a:r>
            <a:rPr lang="en-US"/>
            <a:t> by improving early detection.</a:t>
          </a:r>
        </a:p>
      </dgm:t>
    </dgm:pt>
    <dgm:pt modelId="{874403F1-0EBE-445A-B198-B206CC316762}" type="parTrans" cxnId="{EAEDCC5D-EB4F-43F4-A7E7-F665A8301F6E}">
      <dgm:prSet/>
      <dgm:spPr/>
      <dgm:t>
        <a:bodyPr/>
        <a:lstStyle/>
        <a:p>
          <a:endParaRPr lang="en-US"/>
        </a:p>
      </dgm:t>
    </dgm:pt>
    <dgm:pt modelId="{36EEDA07-F662-4B67-93D5-16AD612D9D09}" type="sibTrans" cxnId="{EAEDCC5D-EB4F-43F4-A7E7-F665A8301F6E}">
      <dgm:prSet/>
      <dgm:spPr/>
      <dgm:t>
        <a:bodyPr/>
        <a:lstStyle/>
        <a:p>
          <a:endParaRPr lang="en-US"/>
        </a:p>
      </dgm:t>
    </dgm:pt>
    <dgm:pt modelId="{AE78C81C-8FA5-470A-AD2F-46865288E535}" type="pres">
      <dgm:prSet presAssocID="{712CB6EE-ABB9-4F79-8387-3CED1C4022FB}" presName="root" presStyleCnt="0">
        <dgm:presLayoutVars>
          <dgm:dir/>
          <dgm:resizeHandles val="exact"/>
        </dgm:presLayoutVars>
      </dgm:prSet>
      <dgm:spPr/>
    </dgm:pt>
    <dgm:pt modelId="{DB64C975-D55F-4CA2-A497-448EAAA786BB}" type="pres">
      <dgm:prSet presAssocID="{E98A7F9F-394E-46D6-95E2-0FFAF47770F0}" presName="compNode" presStyleCnt="0"/>
      <dgm:spPr/>
    </dgm:pt>
    <dgm:pt modelId="{6FC49BBF-2497-43AE-81BA-DEC2E16A5882}" type="pres">
      <dgm:prSet presAssocID="{E98A7F9F-394E-46D6-95E2-0FFAF47770F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A9D58BD-C9F9-429B-A09E-933D1A00CAC5}" type="pres">
      <dgm:prSet presAssocID="{E98A7F9F-394E-46D6-95E2-0FFAF47770F0}" presName="spaceRect" presStyleCnt="0"/>
      <dgm:spPr/>
    </dgm:pt>
    <dgm:pt modelId="{934A7B92-2055-44A6-A83F-7833A601970E}" type="pres">
      <dgm:prSet presAssocID="{E98A7F9F-394E-46D6-95E2-0FFAF47770F0}" presName="textRect" presStyleLbl="revTx" presStyleIdx="0" presStyleCnt="5">
        <dgm:presLayoutVars>
          <dgm:chMax val="1"/>
          <dgm:chPref val="1"/>
        </dgm:presLayoutVars>
      </dgm:prSet>
      <dgm:spPr/>
    </dgm:pt>
    <dgm:pt modelId="{2C93B209-807A-4690-B7A8-8E3693F60970}" type="pres">
      <dgm:prSet presAssocID="{E67B1E4B-6975-4EFA-8302-14C6F5D89909}" presName="sibTrans" presStyleCnt="0"/>
      <dgm:spPr/>
    </dgm:pt>
    <dgm:pt modelId="{20033827-C9AA-4876-ADEA-ADA5901007CC}" type="pres">
      <dgm:prSet presAssocID="{56212115-6F52-4E44-8540-200E409DAB15}" presName="compNode" presStyleCnt="0"/>
      <dgm:spPr/>
    </dgm:pt>
    <dgm:pt modelId="{6768BD81-5B7A-41F5-BDA0-B8C58D9E4D81}" type="pres">
      <dgm:prSet presAssocID="{56212115-6F52-4E44-8540-200E409DAB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CF6D279-DA17-4F18-967A-7E66F0CBBF0F}" type="pres">
      <dgm:prSet presAssocID="{56212115-6F52-4E44-8540-200E409DAB15}" presName="spaceRect" presStyleCnt="0"/>
      <dgm:spPr/>
    </dgm:pt>
    <dgm:pt modelId="{4196D57D-9706-44ED-820D-3BD62F730E1B}" type="pres">
      <dgm:prSet presAssocID="{56212115-6F52-4E44-8540-200E409DAB15}" presName="textRect" presStyleLbl="revTx" presStyleIdx="1" presStyleCnt="5">
        <dgm:presLayoutVars>
          <dgm:chMax val="1"/>
          <dgm:chPref val="1"/>
        </dgm:presLayoutVars>
      </dgm:prSet>
      <dgm:spPr/>
    </dgm:pt>
    <dgm:pt modelId="{AFEEDAD4-01F4-4EB7-97AE-F9E913A0777F}" type="pres">
      <dgm:prSet presAssocID="{B60B5810-3EDB-4A3F-8BA1-E36F08B5ACC5}" presName="sibTrans" presStyleCnt="0"/>
      <dgm:spPr/>
    </dgm:pt>
    <dgm:pt modelId="{101C93D1-22A9-47CA-A06F-C20CA379D2EE}" type="pres">
      <dgm:prSet presAssocID="{91A9B32D-4511-4822-8DC1-835D878B2BA1}" presName="compNode" presStyleCnt="0"/>
      <dgm:spPr/>
    </dgm:pt>
    <dgm:pt modelId="{D2E84E40-EB70-4D97-84F8-B988F5369296}" type="pres">
      <dgm:prSet presAssocID="{91A9B32D-4511-4822-8DC1-835D878B2B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A5C16505-1F51-4C74-804C-D4DBDC219380}" type="pres">
      <dgm:prSet presAssocID="{91A9B32D-4511-4822-8DC1-835D878B2BA1}" presName="spaceRect" presStyleCnt="0"/>
      <dgm:spPr/>
    </dgm:pt>
    <dgm:pt modelId="{108FE3F2-95B4-4D13-817A-5B6580C4BE14}" type="pres">
      <dgm:prSet presAssocID="{91A9B32D-4511-4822-8DC1-835D878B2BA1}" presName="textRect" presStyleLbl="revTx" presStyleIdx="2" presStyleCnt="5">
        <dgm:presLayoutVars>
          <dgm:chMax val="1"/>
          <dgm:chPref val="1"/>
        </dgm:presLayoutVars>
      </dgm:prSet>
      <dgm:spPr/>
    </dgm:pt>
    <dgm:pt modelId="{CA40693B-B403-4DFE-AE70-96B162D90654}" type="pres">
      <dgm:prSet presAssocID="{FD6FAEB5-D723-402E-A6DC-354B0FCA747D}" presName="sibTrans" presStyleCnt="0"/>
      <dgm:spPr/>
    </dgm:pt>
    <dgm:pt modelId="{56F96890-B4E9-4592-A1C7-4AD191F0253F}" type="pres">
      <dgm:prSet presAssocID="{6A23FB4D-2D9F-4123-80D6-1823B2FDE0A8}" presName="compNode" presStyleCnt="0"/>
      <dgm:spPr/>
    </dgm:pt>
    <dgm:pt modelId="{EFAEE4AD-0CA2-4882-A430-8A095FCB71C1}" type="pres">
      <dgm:prSet presAssocID="{6A23FB4D-2D9F-4123-80D6-1823B2FDE0A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7CC37F-5760-49DD-8399-A251BEE8AFAF}" type="pres">
      <dgm:prSet presAssocID="{6A23FB4D-2D9F-4123-80D6-1823B2FDE0A8}" presName="spaceRect" presStyleCnt="0"/>
      <dgm:spPr/>
    </dgm:pt>
    <dgm:pt modelId="{91E0FB71-BA27-471A-9839-94B10823C2BE}" type="pres">
      <dgm:prSet presAssocID="{6A23FB4D-2D9F-4123-80D6-1823B2FDE0A8}" presName="textRect" presStyleLbl="revTx" presStyleIdx="3" presStyleCnt="5">
        <dgm:presLayoutVars>
          <dgm:chMax val="1"/>
          <dgm:chPref val="1"/>
        </dgm:presLayoutVars>
      </dgm:prSet>
      <dgm:spPr/>
    </dgm:pt>
    <dgm:pt modelId="{35B5C8E5-9C37-4827-B430-B91F98D72FB7}" type="pres">
      <dgm:prSet presAssocID="{C0D44D42-9D51-467E-AA54-081D3FC8026A}" presName="sibTrans" presStyleCnt="0"/>
      <dgm:spPr/>
    </dgm:pt>
    <dgm:pt modelId="{4A57BB60-16DA-477F-A290-B5561B47C80F}" type="pres">
      <dgm:prSet presAssocID="{A41ECE8F-26EB-4D6E-BB12-C0EEBDFDCABD}" presName="compNode" presStyleCnt="0"/>
      <dgm:spPr/>
    </dgm:pt>
    <dgm:pt modelId="{168D143D-6936-483A-B1B6-4CBE4458B59F}" type="pres">
      <dgm:prSet presAssocID="{A41ECE8F-26EB-4D6E-BB12-C0EEBDFDCAB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6892AD9-1594-4DAA-86F4-EED9ADE07158}" type="pres">
      <dgm:prSet presAssocID="{A41ECE8F-26EB-4D6E-BB12-C0EEBDFDCABD}" presName="spaceRect" presStyleCnt="0"/>
      <dgm:spPr/>
    </dgm:pt>
    <dgm:pt modelId="{CFF161F2-C82C-4764-88FB-9E4FAC01D786}" type="pres">
      <dgm:prSet presAssocID="{A41ECE8F-26EB-4D6E-BB12-C0EEBDFDCAB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43C3C15-9DD2-461F-96AB-6E21A28A243E}" type="presOf" srcId="{A41ECE8F-26EB-4D6E-BB12-C0EEBDFDCABD}" destId="{CFF161F2-C82C-4764-88FB-9E4FAC01D786}" srcOrd="0" destOrd="0" presId="urn:microsoft.com/office/officeart/2018/2/layout/IconLabelList"/>
    <dgm:cxn modelId="{EAEDCC5D-EB4F-43F4-A7E7-F665A8301F6E}" srcId="{712CB6EE-ABB9-4F79-8387-3CED1C4022FB}" destId="{A41ECE8F-26EB-4D6E-BB12-C0EEBDFDCABD}" srcOrd="4" destOrd="0" parTransId="{874403F1-0EBE-445A-B198-B206CC316762}" sibTransId="{36EEDA07-F662-4B67-93D5-16AD612D9D09}"/>
    <dgm:cxn modelId="{E821DA6C-2E8A-469B-82A9-BD2D7B4FBC6B}" srcId="{712CB6EE-ABB9-4F79-8387-3CED1C4022FB}" destId="{E98A7F9F-394E-46D6-95E2-0FFAF47770F0}" srcOrd="0" destOrd="0" parTransId="{44D27609-BFB4-4684-800D-519427167708}" sibTransId="{E67B1E4B-6975-4EFA-8302-14C6F5D89909}"/>
    <dgm:cxn modelId="{EA4B2754-1C0C-40DC-B812-2724144BD332}" srcId="{712CB6EE-ABB9-4F79-8387-3CED1C4022FB}" destId="{91A9B32D-4511-4822-8DC1-835D878B2BA1}" srcOrd="2" destOrd="0" parTransId="{9CADA7C3-64E2-4A7B-8A49-A8D716E87D96}" sibTransId="{FD6FAEB5-D723-402E-A6DC-354B0FCA747D}"/>
    <dgm:cxn modelId="{E6EFF679-23F4-4F3F-B70E-14D32E51599A}" type="presOf" srcId="{91A9B32D-4511-4822-8DC1-835D878B2BA1}" destId="{108FE3F2-95B4-4D13-817A-5B6580C4BE14}" srcOrd="0" destOrd="0" presId="urn:microsoft.com/office/officeart/2018/2/layout/IconLabelList"/>
    <dgm:cxn modelId="{D22C8782-E470-4D17-BBCE-82DCCD60FCEB}" type="presOf" srcId="{56212115-6F52-4E44-8540-200E409DAB15}" destId="{4196D57D-9706-44ED-820D-3BD62F730E1B}" srcOrd="0" destOrd="0" presId="urn:microsoft.com/office/officeart/2018/2/layout/IconLabelList"/>
    <dgm:cxn modelId="{7869CC88-73AD-4B77-BD43-63F331C3B546}" srcId="{712CB6EE-ABB9-4F79-8387-3CED1C4022FB}" destId="{56212115-6F52-4E44-8540-200E409DAB15}" srcOrd="1" destOrd="0" parTransId="{60CBD573-0503-4C8B-B2F0-D12D58E9F865}" sibTransId="{B60B5810-3EDB-4A3F-8BA1-E36F08B5ACC5}"/>
    <dgm:cxn modelId="{C7FC3FA7-0B1C-4A79-BCC9-304B63A09D28}" type="presOf" srcId="{E98A7F9F-394E-46D6-95E2-0FFAF47770F0}" destId="{934A7B92-2055-44A6-A83F-7833A601970E}" srcOrd="0" destOrd="0" presId="urn:microsoft.com/office/officeart/2018/2/layout/IconLabelList"/>
    <dgm:cxn modelId="{509D3ABD-9D23-4C13-BEA1-ED245C0915A7}" type="presOf" srcId="{712CB6EE-ABB9-4F79-8387-3CED1C4022FB}" destId="{AE78C81C-8FA5-470A-AD2F-46865288E535}" srcOrd="0" destOrd="0" presId="urn:microsoft.com/office/officeart/2018/2/layout/IconLabelList"/>
    <dgm:cxn modelId="{55288FC6-C464-4E79-9823-44905D43A6D2}" srcId="{712CB6EE-ABB9-4F79-8387-3CED1C4022FB}" destId="{6A23FB4D-2D9F-4123-80D6-1823B2FDE0A8}" srcOrd="3" destOrd="0" parTransId="{EFC1887A-CCC0-45CF-B067-FE0FC8AE8766}" sibTransId="{C0D44D42-9D51-467E-AA54-081D3FC8026A}"/>
    <dgm:cxn modelId="{74469DD8-E0AA-4DD9-88F3-E3CFFE3E300F}" type="presOf" srcId="{6A23FB4D-2D9F-4123-80D6-1823B2FDE0A8}" destId="{91E0FB71-BA27-471A-9839-94B10823C2BE}" srcOrd="0" destOrd="0" presId="urn:microsoft.com/office/officeart/2018/2/layout/IconLabelList"/>
    <dgm:cxn modelId="{7E5FA607-46B7-4D95-B312-97841B39A6BF}" type="presParOf" srcId="{AE78C81C-8FA5-470A-AD2F-46865288E535}" destId="{DB64C975-D55F-4CA2-A497-448EAAA786BB}" srcOrd="0" destOrd="0" presId="urn:microsoft.com/office/officeart/2018/2/layout/IconLabelList"/>
    <dgm:cxn modelId="{DD394813-D0AF-4D71-A2EF-90719888DA78}" type="presParOf" srcId="{DB64C975-D55F-4CA2-A497-448EAAA786BB}" destId="{6FC49BBF-2497-43AE-81BA-DEC2E16A5882}" srcOrd="0" destOrd="0" presId="urn:microsoft.com/office/officeart/2018/2/layout/IconLabelList"/>
    <dgm:cxn modelId="{12B9E6B4-CFD3-414C-B371-160C067337D6}" type="presParOf" srcId="{DB64C975-D55F-4CA2-A497-448EAAA786BB}" destId="{6A9D58BD-C9F9-429B-A09E-933D1A00CAC5}" srcOrd="1" destOrd="0" presId="urn:microsoft.com/office/officeart/2018/2/layout/IconLabelList"/>
    <dgm:cxn modelId="{324AEE76-0E4A-47E5-8937-852D1105FBDE}" type="presParOf" srcId="{DB64C975-D55F-4CA2-A497-448EAAA786BB}" destId="{934A7B92-2055-44A6-A83F-7833A601970E}" srcOrd="2" destOrd="0" presId="urn:microsoft.com/office/officeart/2018/2/layout/IconLabelList"/>
    <dgm:cxn modelId="{F7C61C8F-898B-4B2E-B25F-27FC817BAF12}" type="presParOf" srcId="{AE78C81C-8FA5-470A-AD2F-46865288E535}" destId="{2C93B209-807A-4690-B7A8-8E3693F60970}" srcOrd="1" destOrd="0" presId="urn:microsoft.com/office/officeart/2018/2/layout/IconLabelList"/>
    <dgm:cxn modelId="{FA3588B7-D792-42CA-A308-7721270D01BB}" type="presParOf" srcId="{AE78C81C-8FA5-470A-AD2F-46865288E535}" destId="{20033827-C9AA-4876-ADEA-ADA5901007CC}" srcOrd="2" destOrd="0" presId="urn:microsoft.com/office/officeart/2018/2/layout/IconLabelList"/>
    <dgm:cxn modelId="{DC0D1EFE-6CC2-485A-B9C6-FEB40CC6847F}" type="presParOf" srcId="{20033827-C9AA-4876-ADEA-ADA5901007CC}" destId="{6768BD81-5B7A-41F5-BDA0-B8C58D9E4D81}" srcOrd="0" destOrd="0" presId="urn:microsoft.com/office/officeart/2018/2/layout/IconLabelList"/>
    <dgm:cxn modelId="{8064573A-1F7B-4123-B28F-EDD10B0393AD}" type="presParOf" srcId="{20033827-C9AA-4876-ADEA-ADA5901007CC}" destId="{4CF6D279-DA17-4F18-967A-7E66F0CBBF0F}" srcOrd="1" destOrd="0" presId="urn:microsoft.com/office/officeart/2018/2/layout/IconLabelList"/>
    <dgm:cxn modelId="{F9354635-9B74-43A1-B142-66BC6D1F2096}" type="presParOf" srcId="{20033827-C9AA-4876-ADEA-ADA5901007CC}" destId="{4196D57D-9706-44ED-820D-3BD62F730E1B}" srcOrd="2" destOrd="0" presId="urn:microsoft.com/office/officeart/2018/2/layout/IconLabelList"/>
    <dgm:cxn modelId="{AC2B1437-647A-4148-B7DE-C6C840FB2508}" type="presParOf" srcId="{AE78C81C-8FA5-470A-AD2F-46865288E535}" destId="{AFEEDAD4-01F4-4EB7-97AE-F9E913A0777F}" srcOrd="3" destOrd="0" presId="urn:microsoft.com/office/officeart/2018/2/layout/IconLabelList"/>
    <dgm:cxn modelId="{9D9CBD6F-AE37-4CEC-BB87-F80833E45F3F}" type="presParOf" srcId="{AE78C81C-8FA5-470A-AD2F-46865288E535}" destId="{101C93D1-22A9-47CA-A06F-C20CA379D2EE}" srcOrd="4" destOrd="0" presId="urn:microsoft.com/office/officeart/2018/2/layout/IconLabelList"/>
    <dgm:cxn modelId="{FB2F9CD6-19BE-4860-89E6-403EA00536CA}" type="presParOf" srcId="{101C93D1-22A9-47CA-A06F-C20CA379D2EE}" destId="{D2E84E40-EB70-4D97-84F8-B988F5369296}" srcOrd="0" destOrd="0" presId="urn:microsoft.com/office/officeart/2018/2/layout/IconLabelList"/>
    <dgm:cxn modelId="{3FF0561E-FB90-414B-BA60-645C3E2B9EBD}" type="presParOf" srcId="{101C93D1-22A9-47CA-A06F-C20CA379D2EE}" destId="{A5C16505-1F51-4C74-804C-D4DBDC219380}" srcOrd="1" destOrd="0" presId="urn:microsoft.com/office/officeart/2018/2/layout/IconLabelList"/>
    <dgm:cxn modelId="{B7924DD6-AEF3-417B-AF02-64A0F0065531}" type="presParOf" srcId="{101C93D1-22A9-47CA-A06F-C20CA379D2EE}" destId="{108FE3F2-95B4-4D13-817A-5B6580C4BE14}" srcOrd="2" destOrd="0" presId="urn:microsoft.com/office/officeart/2018/2/layout/IconLabelList"/>
    <dgm:cxn modelId="{FAB68F02-8CE7-4920-BB91-55525742361D}" type="presParOf" srcId="{AE78C81C-8FA5-470A-AD2F-46865288E535}" destId="{CA40693B-B403-4DFE-AE70-96B162D90654}" srcOrd="5" destOrd="0" presId="urn:microsoft.com/office/officeart/2018/2/layout/IconLabelList"/>
    <dgm:cxn modelId="{6A36170A-678F-4DEF-A406-5B72D98C0758}" type="presParOf" srcId="{AE78C81C-8FA5-470A-AD2F-46865288E535}" destId="{56F96890-B4E9-4592-A1C7-4AD191F0253F}" srcOrd="6" destOrd="0" presId="urn:microsoft.com/office/officeart/2018/2/layout/IconLabelList"/>
    <dgm:cxn modelId="{919E5B88-B193-459C-B380-5F9C085A1B1C}" type="presParOf" srcId="{56F96890-B4E9-4592-A1C7-4AD191F0253F}" destId="{EFAEE4AD-0CA2-4882-A430-8A095FCB71C1}" srcOrd="0" destOrd="0" presId="urn:microsoft.com/office/officeart/2018/2/layout/IconLabelList"/>
    <dgm:cxn modelId="{72403A10-4788-4BA1-A5FC-E7F58232C647}" type="presParOf" srcId="{56F96890-B4E9-4592-A1C7-4AD191F0253F}" destId="{AC7CC37F-5760-49DD-8399-A251BEE8AFAF}" srcOrd="1" destOrd="0" presId="urn:microsoft.com/office/officeart/2018/2/layout/IconLabelList"/>
    <dgm:cxn modelId="{9F479104-C2C9-4BBD-BFE3-2511B0B594D8}" type="presParOf" srcId="{56F96890-B4E9-4592-A1C7-4AD191F0253F}" destId="{91E0FB71-BA27-471A-9839-94B10823C2BE}" srcOrd="2" destOrd="0" presId="urn:microsoft.com/office/officeart/2018/2/layout/IconLabelList"/>
    <dgm:cxn modelId="{005B6B2F-1A91-4D62-80CE-0024238A3C17}" type="presParOf" srcId="{AE78C81C-8FA5-470A-AD2F-46865288E535}" destId="{35B5C8E5-9C37-4827-B430-B91F98D72FB7}" srcOrd="7" destOrd="0" presId="urn:microsoft.com/office/officeart/2018/2/layout/IconLabelList"/>
    <dgm:cxn modelId="{8A59A0F0-04FA-4691-AE45-3117857DF76E}" type="presParOf" srcId="{AE78C81C-8FA5-470A-AD2F-46865288E535}" destId="{4A57BB60-16DA-477F-A290-B5561B47C80F}" srcOrd="8" destOrd="0" presId="urn:microsoft.com/office/officeart/2018/2/layout/IconLabelList"/>
    <dgm:cxn modelId="{B8B04845-58AE-4EBE-B767-C66E3F375564}" type="presParOf" srcId="{4A57BB60-16DA-477F-A290-B5561B47C80F}" destId="{168D143D-6936-483A-B1B6-4CBE4458B59F}" srcOrd="0" destOrd="0" presId="urn:microsoft.com/office/officeart/2018/2/layout/IconLabelList"/>
    <dgm:cxn modelId="{FFECB666-0B4E-48C7-9EB3-DF06430FB460}" type="presParOf" srcId="{4A57BB60-16DA-477F-A290-B5561B47C80F}" destId="{26892AD9-1594-4DAA-86F4-EED9ADE07158}" srcOrd="1" destOrd="0" presId="urn:microsoft.com/office/officeart/2018/2/layout/IconLabelList"/>
    <dgm:cxn modelId="{09DDEDB5-0D98-49C8-9B6B-5096E73D3589}" type="presParOf" srcId="{4A57BB60-16DA-477F-A290-B5561B47C80F}" destId="{CFF161F2-C82C-4764-88FB-9E4FAC01D78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C73FBC-DB96-4CEA-BEFF-603D1B5C2EB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1832D1-41A3-4DE1-8FF8-A2A10220CD2E}">
      <dgm:prSet/>
      <dgm:spPr/>
      <dgm:t>
        <a:bodyPr/>
        <a:lstStyle/>
        <a:p>
          <a:r>
            <a:rPr lang="en-US"/>
            <a:t>We aim to classify chest X-rays into four classes:</a:t>
          </a:r>
        </a:p>
      </dgm:t>
    </dgm:pt>
    <dgm:pt modelId="{8D9AC901-A7C8-4225-96BC-21DF6CB17299}" type="parTrans" cxnId="{834E8F64-F284-4EF4-9A0F-2C9D7F0C1B31}">
      <dgm:prSet/>
      <dgm:spPr/>
      <dgm:t>
        <a:bodyPr/>
        <a:lstStyle/>
        <a:p>
          <a:endParaRPr lang="en-US"/>
        </a:p>
      </dgm:t>
    </dgm:pt>
    <dgm:pt modelId="{FED57655-1513-42DA-A56C-E047333EEA54}" type="sibTrans" cxnId="{834E8F64-F284-4EF4-9A0F-2C9D7F0C1B31}">
      <dgm:prSet/>
      <dgm:spPr/>
      <dgm:t>
        <a:bodyPr/>
        <a:lstStyle/>
        <a:p>
          <a:endParaRPr lang="en-US"/>
        </a:p>
      </dgm:t>
    </dgm:pt>
    <dgm:pt modelId="{7C6FFAA1-56F2-4788-8E9A-0FEB11E1DA64}">
      <dgm:prSet/>
      <dgm:spPr/>
      <dgm:t>
        <a:bodyPr/>
        <a:lstStyle/>
        <a:p>
          <a:r>
            <a:rPr lang="en-US"/>
            <a:t>COVID-19</a:t>
          </a:r>
        </a:p>
      </dgm:t>
    </dgm:pt>
    <dgm:pt modelId="{ED91F4CC-3B84-467E-86A6-16C9218D9DD5}" type="parTrans" cxnId="{CED3A386-C178-4B82-90E2-6F3F805D6DAB}">
      <dgm:prSet/>
      <dgm:spPr/>
      <dgm:t>
        <a:bodyPr/>
        <a:lstStyle/>
        <a:p>
          <a:endParaRPr lang="en-US"/>
        </a:p>
      </dgm:t>
    </dgm:pt>
    <dgm:pt modelId="{ABAF3738-0C4D-421F-AE7E-65D56932E352}" type="sibTrans" cxnId="{CED3A386-C178-4B82-90E2-6F3F805D6DAB}">
      <dgm:prSet/>
      <dgm:spPr/>
      <dgm:t>
        <a:bodyPr/>
        <a:lstStyle/>
        <a:p>
          <a:endParaRPr lang="en-US"/>
        </a:p>
      </dgm:t>
    </dgm:pt>
    <dgm:pt modelId="{C12CA8D9-81FD-45A2-8476-6E240630C66A}">
      <dgm:prSet/>
      <dgm:spPr/>
      <dgm:t>
        <a:bodyPr/>
        <a:lstStyle/>
        <a:p>
          <a:r>
            <a:rPr lang="en-US"/>
            <a:t>Lung Opacity (Pneumonia)</a:t>
          </a:r>
        </a:p>
      </dgm:t>
    </dgm:pt>
    <dgm:pt modelId="{F8746E9D-1FE5-4DA4-AE81-9195B51846D0}" type="parTrans" cxnId="{6148AE5D-F014-4E13-A158-6C92EEC4C2C6}">
      <dgm:prSet/>
      <dgm:spPr/>
      <dgm:t>
        <a:bodyPr/>
        <a:lstStyle/>
        <a:p>
          <a:endParaRPr lang="en-US"/>
        </a:p>
      </dgm:t>
    </dgm:pt>
    <dgm:pt modelId="{B523F5C2-6653-41FD-B341-3A39BBAA3488}" type="sibTrans" cxnId="{6148AE5D-F014-4E13-A158-6C92EEC4C2C6}">
      <dgm:prSet/>
      <dgm:spPr/>
      <dgm:t>
        <a:bodyPr/>
        <a:lstStyle/>
        <a:p>
          <a:endParaRPr lang="en-US"/>
        </a:p>
      </dgm:t>
    </dgm:pt>
    <dgm:pt modelId="{00AD26C8-B3CD-4DF9-8899-AFB17023723C}">
      <dgm:prSet/>
      <dgm:spPr/>
      <dgm:t>
        <a:bodyPr/>
        <a:lstStyle/>
        <a:p>
          <a:r>
            <a:rPr lang="en-US"/>
            <a:t>Normal</a:t>
          </a:r>
        </a:p>
      </dgm:t>
    </dgm:pt>
    <dgm:pt modelId="{48959C4A-545C-4B1F-908E-740F8853F0D0}" type="parTrans" cxnId="{65B552F2-F7DA-47CB-8748-A7754EE580A8}">
      <dgm:prSet/>
      <dgm:spPr/>
      <dgm:t>
        <a:bodyPr/>
        <a:lstStyle/>
        <a:p>
          <a:endParaRPr lang="en-US"/>
        </a:p>
      </dgm:t>
    </dgm:pt>
    <dgm:pt modelId="{94B71F53-9950-4E86-9029-815FADE06735}" type="sibTrans" cxnId="{65B552F2-F7DA-47CB-8748-A7754EE580A8}">
      <dgm:prSet/>
      <dgm:spPr/>
      <dgm:t>
        <a:bodyPr/>
        <a:lstStyle/>
        <a:p>
          <a:endParaRPr lang="en-US"/>
        </a:p>
      </dgm:t>
    </dgm:pt>
    <dgm:pt modelId="{3485069C-D1CB-411E-A033-BF8E92FC619F}">
      <dgm:prSet/>
      <dgm:spPr/>
      <dgm:t>
        <a:bodyPr/>
        <a:lstStyle/>
        <a:p>
          <a:r>
            <a:rPr lang="en-US"/>
            <a:t>Viral Pneumonia</a:t>
          </a:r>
        </a:p>
      </dgm:t>
    </dgm:pt>
    <dgm:pt modelId="{B92E667F-DCCB-408E-95D2-8F08772F6B6A}" type="parTrans" cxnId="{38DA99B5-6957-406C-A04E-E00628993C4F}">
      <dgm:prSet/>
      <dgm:spPr/>
      <dgm:t>
        <a:bodyPr/>
        <a:lstStyle/>
        <a:p>
          <a:endParaRPr lang="en-US"/>
        </a:p>
      </dgm:t>
    </dgm:pt>
    <dgm:pt modelId="{DFC75E2A-C751-43FE-A619-B1D6C4F04E77}" type="sibTrans" cxnId="{38DA99B5-6957-406C-A04E-E00628993C4F}">
      <dgm:prSet/>
      <dgm:spPr/>
      <dgm:t>
        <a:bodyPr/>
        <a:lstStyle/>
        <a:p>
          <a:endParaRPr lang="en-US"/>
        </a:p>
      </dgm:t>
    </dgm:pt>
    <dgm:pt modelId="{94359B2A-408B-40A4-BC28-E48F07424C6A}">
      <dgm:prSet/>
      <dgm:spPr/>
      <dgm:t>
        <a:bodyPr/>
        <a:lstStyle/>
        <a:p>
          <a:r>
            <a:rPr lang="en-US" b="1"/>
            <a:t>Two goals:</a:t>
          </a:r>
          <a:endParaRPr lang="en-US"/>
        </a:p>
      </dgm:t>
    </dgm:pt>
    <dgm:pt modelId="{4DD9C119-27D7-4871-9A80-7C94FE920530}" type="parTrans" cxnId="{08009864-BA86-49FE-9A41-7BF723156103}">
      <dgm:prSet/>
      <dgm:spPr/>
      <dgm:t>
        <a:bodyPr/>
        <a:lstStyle/>
        <a:p>
          <a:endParaRPr lang="en-US"/>
        </a:p>
      </dgm:t>
    </dgm:pt>
    <dgm:pt modelId="{34DD84FE-A09C-4A91-92F7-559C44DD0465}" type="sibTrans" cxnId="{08009864-BA86-49FE-9A41-7BF723156103}">
      <dgm:prSet/>
      <dgm:spPr/>
      <dgm:t>
        <a:bodyPr/>
        <a:lstStyle/>
        <a:p>
          <a:endParaRPr lang="en-US"/>
        </a:p>
      </dgm:t>
    </dgm:pt>
    <dgm:pt modelId="{FD2DF814-6A6D-4632-B769-A6FF93DB5401}">
      <dgm:prSet/>
      <dgm:spPr/>
      <dgm:t>
        <a:bodyPr/>
        <a:lstStyle/>
        <a:p>
          <a:r>
            <a:rPr lang="en-US"/>
            <a:t>Reproduce a 2022 deep learning paper (EfficientNetB1).</a:t>
          </a:r>
        </a:p>
      </dgm:t>
    </dgm:pt>
    <dgm:pt modelId="{CF2D845B-612A-456B-8457-E29F9FF0DCC1}" type="parTrans" cxnId="{BDBA89EC-674A-402E-91A8-7EE06F856DFA}">
      <dgm:prSet/>
      <dgm:spPr/>
      <dgm:t>
        <a:bodyPr/>
        <a:lstStyle/>
        <a:p>
          <a:endParaRPr lang="en-US"/>
        </a:p>
      </dgm:t>
    </dgm:pt>
    <dgm:pt modelId="{E59EFF8B-EC49-416A-9CD2-EF0170CACF22}" type="sibTrans" cxnId="{BDBA89EC-674A-402E-91A8-7EE06F856DFA}">
      <dgm:prSet/>
      <dgm:spPr/>
      <dgm:t>
        <a:bodyPr/>
        <a:lstStyle/>
        <a:p>
          <a:endParaRPr lang="en-US"/>
        </a:p>
      </dgm:t>
    </dgm:pt>
    <dgm:pt modelId="{DE0F3000-0553-4971-A6B0-194FE135179C}">
      <dgm:prSet/>
      <dgm:spPr/>
      <dgm:t>
        <a:bodyPr/>
        <a:lstStyle/>
        <a:p>
          <a:r>
            <a:rPr lang="en-US"/>
            <a:t>Improve the model using </a:t>
          </a:r>
          <a:r>
            <a:rPr lang="en-US" b="1"/>
            <a:t>Focal Loss + Strong Augmentation</a:t>
          </a:r>
          <a:r>
            <a:rPr lang="en-US"/>
            <a:t> to boost minority-class performance.</a:t>
          </a:r>
        </a:p>
      </dgm:t>
    </dgm:pt>
    <dgm:pt modelId="{684EE7D1-1F9E-47BB-80EC-C2686233767E}" type="parTrans" cxnId="{73CB9544-9FE2-4525-9339-5A8E12B12F21}">
      <dgm:prSet/>
      <dgm:spPr/>
      <dgm:t>
        <a:bodyPr/>
        <a:lstStyle/>
        <a:p>
          <a:endParaRPr lang="en-US"/>
        </a:p>
      </dgm:t>
    </dgm:pt>
    <dgm:pt modelId="{52A80800-7FB5-45A1-83A7-7C4893ADC8AA}" type="sibTrans" cxnId="{73CB9544-9FE2-4525-9339-5A8E12B12F21}">
      <dgm:prSet/>
      <dgm:spPr/>
      <dgm:t>
        <a:bodyPr/>
        <a:lstStyle/>
        <a:p>
          <a:endParaRPr lang="en-US"/>
        </a:p>
      </dgm:t>
    </dgm:pt>
    <dgm:pt modelId="{00AE2AB6-5F68-4B12-A15A-A11294431840}" type="pres">
      <dgm:prSet presAssocID="{14C73FBC-DB96-4CEA-BEFF-603D1B5C2EB9}" presName="linear" presStyleCnt="0">
        <dgm:presLayoutVars>
          <dgm:animLvl val="lvl"/>
          <dgm:resizeHandles val="exact"/>
        </dgm:presLayoutVars>
      </dgm:prSet>
      <dgm:spPr/>
    </dgm:pt>
    <dgm:pt modelId="{26DFA7A2-A79D-40C3-91D4-4D97F8828549}" type="pres">
      <dgm:prSet presAssocID="{5A1832D1-41A3-4DE1-8FF8-A2A10220CD2E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220925FF-E9AD-45D0-BD8E-10566E33E795}" type="pres">
      <dgm:prSet presAssocID="{FED57655-1513-42DA-A56C-E047333EEA54}" presName="spacer" presStyleCnt="0"/>
      <dgm:spPr/>
    </dgm:pt>
    <dgm:pt modelId="{0D539595-7080-4094-8ADF-A6AA03CB292E}" type="pres">
      <dgm:prSet presAssocID="{7C6FFAA1-56F2-4788-8E9A-0FEB11E1DA6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9ADDC0FB-13BF-4C87-9568-236FF2C22325}" type="pres">
      <dgm:prSet presAssocID="{ABAF3738-0C4D-421F-AE7E-65D56932E352}" presName="spacer" presStyleCnt="0"/>
      <dgm:spPr/>
    </dgm:pt>
    <dgm:pt modelId="{2A366EF8-6076-4FC3-9FAD-56051570A599}" type="pres">
      <dgm:prSet presAssocID="{C12CA8D9-81FD-45A2-8476-6E240630C66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400C2912-EEDA-479D-AAD2-1CA756B11FF1}" type="pres">
      <dgm:prSet presAssocID="{B523F5C2-6653-41FD-B341-3A39BBAA3488}" presName="spacer" presStyleCnt="0"/>
      <dgm:spPr/>
    </dgm:pt>
    <dgm:pt modelId="{E3DEA9CA-5519-4E72-B5BD-E2BF02505DF9}" type="pres">
      <dgm:prSet presAssocID="{00AD26C8-B3CD-4DF9-8899-AFB17023723C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B59F06A-F6C8-47CD-9084-503FA13512E4}" type="pres">
      <dgm:prSet presAssocID="{94B71F53-9950-4E86-9029-815FADE06735}" presName="spacer" presStyleCnt="0"/>
      <dgm:spPr/>
    </dgm:pt>
    <dgm:pt modelId="{13C59F85-8BC7-4EE4-8B95-CC41888B5D82}" type="pres">
      <dgm:prSet presAssocID="{3485069C-D1CB-411E-A033-BF8E92FC619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D533A6F-F20C-4D70-AC92-5BCB3225958A}" type="pres">
      <dgm:prSet presAssocID="{DFC75E2A-C751-43FE-A619-B1D6C4F04E77}" presName="spacer" presStyleCnt="0"/>
      <dgm:spPr/>
    </dgm:pt>
    <dgm:pt modelId="{4E1E849F-EA8B-4EA1-BA23-5933EF849481}" type="pres">
      <dgm:prSet presAssocID="{94359B2A-408B-40A4-BC28-E48F07424C6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EDFA121-2D21-4D89-A250-4D7773B5CA56}" type="pres">
      <dgm:prSet presAssocID="{34DD84FE-A09C-4A91-92F7-559C44DD0465}" presName="spacer" presStyleCnt="0"/>
      <dgm:spPr/>
    </dgm:pt>
    <dgm:pt modelId="{F5DF60AE-C89E-42A7-A92D-8C5B9109A1AC}" type="pres">
      <dgm:prSet presAssocID="{FD2DF814-6A6D-4632-B769-A6FF93DB540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1926C579-2A5A-482B-9F78-39B34F11716A}" type="pres">
      <dgm:prSet presAssocID="{E59EFF8B-EC49-416A-9CD2-EF0170CACF22}" presName="spacer" presStyleCnt="0"/>
      <dgm:spPr/>
    </dgm:pt>
    <dgm:pt modelId="{A6B7A7EC-64F1-49ED-9C7E-46EEDBCD85BD}" type="pres">
      <dgm:prSet presAssocID="{DE0F3000-0553-4971-A6B0-194FE135179C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797ED1E-6DDE-41E7-830B-32C6AC978414}" type="presOf" srcId="{7C6FFAA1-56F2-4788-8E9A-0FEB11E1DA64}" destId="{0D539595-7080-4094-8ADF-A6AA03CB292E}" srcOrd="0" destOrd="0" presId="urn:microsoft.com/office/officeart/2005/8/layout/vList2"/>
    <dgm:cxn modelId="{6E754A3F-4086-49FD-8785-D899A115117B}" type="presOf" srcId="{00AD26C8-B3CD-4DF9-8899-AFB17023723C}" destId="{E3DEA9CA-5519-4E72-B5BD-E2BF02505DF9}" srcOrd="0" destOrd="0" presId="urn:microsoft.com/office/officeart/2005/8/layout/vList2"/>
    <dgm:cxn modelId="{6148AE5D-F014-4E13-A158-6C92EEC4C2C6}" srcId="{14C73FBC-DB96-4CEA-BEFF-603D1B5C2EB9}" destId="{C12CA8D9-81FD-45A2-8476-6E240630C66A}" srcOrd="2" destOrd="0" parTransId="{F8746E9D-1FE5-4DA4-AE81-9195B51846D0}" sibTransId="{B523F5C2-6653-41FD-B341-3A39BBAA3488}"/>
    <dgm:cxn modelId="{834E8F64-F284-4EF4-9A0F-2C9D7F0C1B31}" srcId="{14C73FBC-DB96-4CEA-BEFF-603D1B5C2EB9}" destId="{5A1832D1-41A3-4DE1-8FF8-A2A10220CD2E}" srcOrd="0" destOrd="0" parTransId="{8D9AC901-A7C8-4225-96BC-21DF6CB17299}" sibTransId="{FED57655-1513-42DA-A56C-E047333EEA54}"/>
    <dgm:cxn modelId="{73CB9544-9FE2-4525-9339-5A8E12B12F21}" srcId="{14C73FBC-DB96-4CEA-BEFF-603D1B5C2EB9}" destId="{DE0F3000-0553-4971-A6B0-194FE135179C}" srcOrd="7" destOrd="0" parTransId="{684EE7D1-1F9E-47BB-80EC-C2686233767E}" sibTransId="{52A80800-7FB5-45A1-83A7-7C4893ADC8AA}"/>
    <dgm:cxn modelId="{08009864-BA86-49FE-9A41-7BF723156103}" srcId="{14C73FBC-DB96-4CEA-BEFF-603D1B5C2EB9}" destId="{94359B2A-408B-40A4-BC28-E48F07424C6A}" srcOrd="5" destOrd="0" parTransId="{4DD9C119-27D7-4871-9A80-7C94FE920530}" sibTransId="{34DD84FE-A09C-4A91-92F7-559C44DD0465}"/>
    <dgm:cxn modelId="{1172736D-8AE6-4B02-8A5A-AAFEB5155223}" type="presOf" srcId="{94359B2A-408B-40A4-BC28-E48F07424C6A}" destId="{4E1E849F-EA8B-4EA1-BA23-5933EF849481}" srcOrd="0" destOrd="0" presId="urn:microsoft.com/office/officeart/2005/8/layout/vList2"/>
    <dgm:cxn modelId="{67F95453-DBFD-4511-9E2C-60003227549E}" type="presOf" srcId="{14C73FBC-DB96-4CEA-BEFF-603D1B5C2EB9}" destId="{00AE2AB6-5F68-4B12-A15A-A11294431840}" srcOrd="0" destOrd="0" presId="urn:microsoft.com/office/officeart/2005/8/layout/vList2"/>
    <dgm:cxn modelId="{6606F253-DDDF-4B94-8308-C3F9AECF0614}" type="presOf" srcId="{DE0F3000-0553-4971-A6B0-194FE135179C}" destId="{A6B7A7EC-64F1-49ED-9C7E-46EEDBCD85BD}" srcOrd="0" destOrd="0" presId="urn:microsoft.com/office/officeart/2005/8/layout/vList2"/>
    <dgm:cxn modelId="{AB80207A-B37D-4715-8F28-120830C3705A}" type="presOf" srcId="{5A1832D1-41A3-4DE1-8FF8-A2A10220CD2E}" destId="{26DFA7A2-A79D-40C3-91D4-4D97F8828549}" srcOrd="0" destOrd="0" presId="urn:microsoft.com/office/officeart/2005/8/layout/vList2"/>
    <dgm:cxn modelId="{CED3A386-C178-4B82-90E2-6F3F805D6DAB}" srcId="{14C73FBC-DB96-4CEA-BEFF-603D1B5C2EB9}" destId="{7C6FFAA1-56F2-4788-8E9A-0FEB11E1DA64}" srcOrd="1" destOrd="0" parTransId="{ED91F4CC-3B84-467E-86A6-16C9218D9DD5}" sibTransId="{ABAF3738-0C4D-421F-AE7E-65D56932E352}"/>
    <dgm:cxn modelId="{70033299-FE22-42B2-87E6-34FD242F1B70}" type="presOf" srcId="{3485069C-D1CB-411E-A033-BF8E92FC619F}" destId="{13C59F85-8BC7-4EE4-8B95-CC41888B5D82}" srcOrd="0" destOrd="0" presId="urn:microsoft.com/office/officeart/2005/8/layout/vList2"/>
    <dgm:cxn modelId="{F7775EAA-E0F5-4E0D-81EB-7CC380D20B97}" type="presOf" srcId="{FD2DF814-6A6D-4632-B769-A6FF93DB5401}" destId="{F5DF60AE-C89E-42A7-A92D-8C5B9109A1AC}" srcOrd="0" destOrd="0" presId="urn:microsoft.com/office/officeart/2005/8/layout/vList2"/>
    <dgm:cxn modelId="{38DA99B5-6957-406C-A04E-E00628993C4F}" srcId="{14C73FBC-DB96-4CEA-BEFF-603D1B5C2EB9}" destId="{3485069C-D1CB-411E-A033-BF8E92FC619F}" srcOrd="4" destOrd="0" parTransId="{B92E667F-DCCB-408E-95D2-8F08772F6B6A}" sibTransId="{DFC75E2A-C751-43FE-A619-B1D6C4F04E77}"/>
    <dgm:cxn modelId="{099045CD-7F31-4FCD-A352-C22A7EB6B811}" type="presOf" srcId="{C12CA8D9-81FD-45A2-8476-6E240630C66A}" destId="{2A366EF8-6076-4FC3-9FAD-56051570A599}" srcOrd="0" destOrd="0" presId="urn:microsoft.com/office/officeart/2005/8/layout/vList2"/>
    <dgm:cxn modelId="{BDBA89EC-674A-402E-91A8-7EE06F856DFA}" srcId="{14C73FBC-DB96-4CEA-BEFF-603D1B5C2EB9}" destId="{FD2DF814-6A6D-4632-B769-A6FF93DB5401}" srcOrd="6" destOrd="0" parTransId="{CF2D845B-612A-456B-8457-E29F9FF0DCC1}" sibTransId="{E59EFF8B-EC49-416A-9CD2-EF0170CACF22}"/>
    <dgm:cxn modelId="{65B552F2-F7DA-47CB-8748-A7754EE580A8}" srcId="{14C73FBC-DB96-4CEA-BEFF-603D1B5C2EB9}" destId="{00AD26C8-B3CD-4DF9-8899-AFB17023723C}" srcOrd="3" destOrd="0" parTransId="{48959C4A-545C-4B1F-908E-740F8853F0D0}" sibTransId="{94B71F53-9950-4E86-9029-815FADE06735}"/>
    <dgm:cxn modelId="{81E6561B-3B92-4045-82D5-D87A9CB2ADE6}" type="presParOf" srcId="{00AE2AB6-5F68-4B12-A15A-A11294431840}" destId="{26DFA7A2-A79D-40C3-91D4-4D97F8828549}" srcOrd="0" destOrd="0" presId="urn:microsoft.com/office/officeart/2005/8/layout/vList2"/>
    <dgm:cxn modelId="{DD63ACBF-8909-477D-852E-0458A35FFA08}" type="presParOf" srcId="{00AE2AB6-5F68-4B12-A15A-A11294431840}" destId="{220925FF-E9AD-45D0-BD8E-10566E33E795}" srcOrd="1" destOrd="0" presId="urn:microsoft.com/office/officeart/2005/8/layout/vList2"/>
    <dgm:cxn modelId="{74CFF695-3CFF-4921-9A44-810D2DF74E34}" type="presParOf" srcId="{00AE2AB6-5F68-4B12-A15A-A11294431840}" destId="{0D539595-7080-4094-8ADF-A6AA03CB292E}" srcOrd="2" destOrd="0" presId="urn:microsoft.com/office/officeart/2005/8/layout/vList2"/>
    <dgm:cxn modelId="{3C7C3C9C-45F3-440E-983E-F2B5DC3F852C}" type="presParOf" srcId="{00AE2AB6-5F68-4B12-A15A-A11294431840}" destId="{9ADDC0FB-13BF-4C87-9568-236FF2C22325}" srcOrd="3" destOrd="0" presId="urn:microsoft.com/office/officeart/2005/8/layout/vList2"/>
    <dgm:cxn modelId="{5B2320B8-C153-4C42-A581-01CE8B02EE2A}" type="presParOf" srcId="{00AE2AB6-5F68-4B12-A15A-A11294431840}" destId="{2A366EF8-6076-4FC3-9FAD-56051570A599}" srcOrd="4" destOrd="0" presId="urn:microsoft.com/office/officeart/2005/8/layout/vList2"/>
    <dgm:cxn modelId="{170ABE86-DCF0-4075-B8DE-D8BB47962F2C}" type="presParOf" srcId="{00AE2AB6-5F68-4B12-A15A-A11294431840}" destId="{400C2912-EEDA-479D-AAD2-1CA756B11FF1}" srcOrd="5" destOrd="0" presId="urn:microsoft.com/office/officeart/2005/8/layout/vList2"/>
    <dgm:cxn modelId="{97D4D03D-FBB9-4F38-B4CE-D9A2608B277B}" type="presParOf" srcId="{00AE2AB6-5F68-4B12-A15A-A11294431840}" destId="{E3DEA9CA-5519-4E72-B5BD-E2BF02505DF9}" srcOrd="6" destOrd="0" presId="urn:microsoft.com/office/officeart/2005/8/layout/vList2"/>
    <dgm:cxn modelId="{E65C763F-12C1-4309-93A0-50EE72B02CD4}" type="presParOf" srcId="{00AE2AB6-5F68-4B12-A15A-A11294431840}" destId="{DB59F06A-F6C8-47CD-9084-503FA13512E4}" srcOrd="7" destOrd="0" presId="urn:microsoft.com/office/officeart/2005/8/layout/vList2"/>
    <dgm:cxn modelId="{1BFCDFB5-55B1-47A8-9DB9-B7E33DDDFA2B}" type="presParOf" srcId="{00AE2AB6-5F68-4B12-A15A-A11294431840}" destId="{13C59F85-8BC7-4EE4-8B95-CC41888B5D82}" srcOrd="8" destOrd="0" presId="urn:microsoft.com/office/officeart/2005/8/layout/vList2"/>
    <dgm:cxn modelId="{88777E92-E81C-46BF-8F09-C8D4DF17EB43}" type="presParOf" srcId="{00AE2AB6-5F68-4B12-A15A-A11294431840}" destId="{4D533A6F-F20C-4D70-AC92-5BCB3225958A}" srcOrd="9" destOrd="0" presId="urn:microsoft.com/office/officeart/2005/8/layout/vList2"/>
    <dgm:cxn modelId="{2AE572C4-9126-4286-BEA5-02EAE88545B9}" type="presParOf" srcId="{00AE2AB6-5F68-4B12-A15A-A11294431840}" destId="{4E1E849F-EA8B-4EA1-BA23-5933EF849481}" srcOrd="10" destOrd="0" presId="urn:microsoft.com/office/officeart/2005/8/layout/vList2"/>
    <dgm:cxn modelId="{6E961F69-23CD-4752-9FF2-BD17EA5D9393}" type="presParOf" srcId="{00AE2AB6-5F68-4B12-A15A-A11294431840}" destId="{BEDFA121-2D21-4D89-A250-4D7773B5CA56}" srcOrd="11" destOrd="0" presId="urn:microsoft.com/office/officeart/2005/8/layout/vList2"/>
    <dgm:cxn modelId="{8996BA6D-B558-407F-8148-986C4E4693A7}" type="presParOf" srcId="{00AE2AB6-5F68-4B12-A15A-A11294431840}" destId="{F5DF60AE-C89E-42A7-A92D-8C5B9109A1AC}" srcOrd="12" destOrd="0" presId="urn:microsoft.com/office/officeart/2005/8/layout/vList2"/>
    <dgm:cxn modelId="{E5AF166C-4031-441B-A76D-CEE9B8F21C59}" type="presParOf" srcId="{00AE2AB6-5F68-4B12-A15A-A11294431840}" destId="{1926C579-2A5A-482B-9F78-39B34F11716A}" srcOrd="13" destOrd="0" presId="urn:microsoft.com/office/officeart/2005/8/layout/vList2"/>
    <dgm:cxn modelId="{E011FB6B-5AAB-4802-A18F-23E910778C47}" type="presParOf" srcId="{00AE2AB6-5F68-4B12-A15A-A11294431840}" destId="{A6B7A7EC-64F1-49ED-9C7E-46EEDBCD85BD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1FDC7B-26C9-4C09-9D77-2812546A14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0EA680-D6E1-4BF3-853F-8B9F561EDAF4}">
      <dgm:prSet/>
      <dgm:spPr/>
      <dgm:t>
        <a:bodyPr/>
        <a:lstStyle/>
        <a:p>
          <a:r>
            <a:rPr lang="en-US" b="1"/>
            <a:t>Paper:</a:t>
          </a:r>
          <a:r>
            <a:rPr lang="en-US"/>
            <a:t> “Chest X-Ray Classification for the Detection of COVID-19 Using Deep Learning Techniques” (Sensors, 2022)</a:t>
          </a:r>
        </a:p>
      </dgm:t>
    </dgm:pt>
    <dgm:pt modelId="{929FAA3E-A642-4A1A-B66E-9CE2D96A1DFA}" type="parTrans" cxnId="{1E1D7F8A-0A9F-4E3D-AA0F-6D1CE10C755D}">
      <dgm:prSet/>
      <dgm:spPr/>
      <dgm:t>
        <a:bodyPr/>
        <a:lstStyle/>
        <a:p>
          <a:endParaRPr lang="en-US"/>
        </a:p>
      </dgm:t>
    </dgm:pt>
    <dgm:pt modelId="{CFB3D59F-E02F-47D7-BAF5-A95094F57538}" type="sibTrans" cxnId="{1E1D7F8A-0A9F-4E3D-AA0F-6D1CE10C755D}">
      <dgm:prSet/>
      <dgm:spPr/>
      <dgm:t>
        <a:bodyPr/>
        <a:lstStyle/>
        <a:p>
          <a:endParaRPr lang="en-US"/>
        </a:p>
      </dgm:t>
    </dgm:pt>
    <dgm:pt modelId="{71BC976E-C878-4673-AD15-20E0ECE715E0}">
      <dgm:prSet/>
      <dgm:spPr/>
      <dgm:t>
        <a:bodyPr/>
        <a:lstStyle/>
        <a:p>
          <a:r>
            <a:rPr lang="en-US"/>
            <a:t>Compared EfficientNetB1, NasNetMobile, MobileNetV2</a:t>
          </a:r>
        </a:p>
      </dgm:t>
    </dgm:pt>
    <dgm:pt modelId="{628016EE-0C7A-4407-9D0A-CC17E28C7A42}" type="parTrans" cxnId="{2F713347-D7D4-4883-AF66-A638CEF8E1F3}">
      <dgm:prSet/>
      <dgm:spPr/>
      <dgm:t>
        <a:bodyPr/>
        <a:lstStyle/>
        <a:p>
          <a:endParaRPr lang="en-US"/>
        </a:p>
      </dgm:t>
    </dgm:pt>
    <dgm:pt modelId="{A68F5367-BB3B-4C13-A4D5-DF6BBC4E5662}" type="sibTrans" cxnId="{2F713347-D7D4-4883-AF66-A638CEF8E1F3}">
      <dgm:prSet/>
      <dgm:spPr/>
      <dgm:t>
        <a:bodyPr/>
        <a:lstStyle/>
        <a:p>
          <a:endParaRPr lang="en-US"/>
        </a:p>
      </dgm:t>
    </dgm:pt>
    <dgm:pt modelId="{0B99FCD1-49C6-4E16-BCE0-0EB2B2F54FB5}">
      <dgm:prSet/>
      <dgm:spPr/>
      <dgm:t>
        <a:bodyPr/>
        <a:lstStyle/>
        <a:p>
          <a:r>
            <a:rPr lang="en-US"/>
            <a:t>Two strategies:</a:t>
          </a:r>
        </a:p>
      </dgm:t>
    </dgm:pt>
    <dgm:pt modelId="{6CA2E403-DB08-4061-9BA8-6C3540534A4C}" type="parTrans" cxnId="{18E59AA5-6976-425F-86DD-E72BBE73C03E}">
      <dgm:prSet/>
      <dgm:spPr/>
      <dgm:t>
        <a:bodyPr/>
        <a:lstStyle/>
        <a:p>
          <a:endParaRPr lang="en-US"/>
        </a:p>
      </dgm:t>
    </dgm:pt>
    <dgm:pt modelId="{D449FAB6-7238-4F9E-B638-D3CBEB793037}" type="sibTrans" cxnId="{18E59AA5-6976-425F-86DD-E72BBE73C03E}">
      <dgm:prSet/>
      <dgm:spPr/>
      <dgm:t>
        <a:bodyPr/>
        <a:lstStyle/>
        <a:p>
          <a:endParaRPr lang="en-US"/>
        </a:p>
      </dgm:t>
    </dgm:pt>
    <dgm:pt modelId="{84F94E3B-F2E6-493D-B22B-5CA04CBF7C00}">
      <dgm:prSet/>
      <dgm:spPr/>
      <dgm:t>
        <a:bodyPr/>
        <a:lstStyle/>
        <a:p>
          <a:r>
            <a:rPr lang="en-US"/>
            <a:t>Strategy I – Basic classifier head</a:t>
          </a:r>
        </a:p>
      </dgm:t>
    </dgm:pt>
    <dgm:pt modelId="{258C76F8-0644-450E-85E6-BCDE2B2861DE}" type="parTrans" cxnId="{C43A9FF9-8FFC-42CC-8690-A008451FFB9A}">
      <dgm:prSet/>
      <dgm:spPr/>
      <dgm:t>
        <a:bodyPr/>
        <a:lstStyle/>
        <a:p>
          <a:endParaRPr lang="en-US"/>
        </a:p>
      </dgm:t>
    </dgm:pt>
    <dgm:pt modelId="{D935E0C6-D46A-4F64-B1EB-705B6A7F6CA9}" type="sibTrans" cxnId="{C43A9FF9-8FFC-42CC-8690-A008451FFB9A}">
      <dgm:prSet/>
      <dgm:spPr/>
      <dgm:t>
        <a:bodyPr/>
        <a:lstStyle/>
        <a:p>
          <a:endParaRPr lang="en-US"/>
        </a:p>
      </dgm:t>
    </dgm:pt>
    <dgm:pt modelId="{50DF74BC-7B33-46E8-9659-3AAC1D4D5AD0}">
      <dgm:prSet/>
      <dgm:spPr/>
      <dgm:t>
        <a:bodyPr/>
        <a:lstStyle/>
        <a:p>
          <a:r>
            <a:rPr lang="en-US"/>
            <a:t>Strategy II – BN + L2 + Dropout</a:t>
          </a:r>
        </a:p>
      </dgm:t>
    </dgm:pt>
    <dgm:pt modelId="{7A098C23-FE95-4E72-A03B-F3EA4E1E22DB}" type="parTrans" cxnId="{400148A0-9EF5-4381-8C34-EF67F13667F7}">
      <dgm:prSet/>
      <dgm:spPr/>
      <dgm:t>
        <a:bodyPr/>
        <a:lstStyle/>
        <a:p>
          <a:endParaRPr lang="en-US"/>
        </a:p>
      </dgm:t>
    </dgm:pt>
    <dgm:pt modelId="{A6CDAA7A-8746-481E-B664-C721C8AFD3E1}" type="sibTrans" cxnId="{400148A0-9EF5-4381-8C34-EF67F13667F7}">
      <dgm:prSet/>
      <dgm:spPr/>
      <dgm:t>
        <a:bodyPr/>
        <a:lstStyle/>
        <a:p>
          <a:endParaRPr lang="en-US"/>
        </a:p>
      </dgm:t>
    </dgm:pt>
    <dgm:pt modelId="{93657502-2E9E-4F8D-88B1-D30586C9CF22}">
      <dgm:prSet/>
      <dgm:spPr/>
      <dgm:t>
        <a:bodyPr/>
        <a:lstStyle/>
        <a:p>
          <a:r>
            <a:rPr lang="en-US"/>
            <a:t>EfficientNetB1 (Strategy II) achieved </a:t>
          </a:r>
          <a:r>
            <a:rPr lang="en-US" b="1"/>
            <a:t>~96% accuracy</a:t>
          </a:r>
          <a:endParaRPr lang="en-US"/>
        </a:p>
      </dgm:t>
    </dgm:pt>
    <dgm:pt modelId="{4BB3465F-5431-4C72-8012-3F76E6BCDAE0}" type="parTrans" cxnId="{1FB99951-D179-44C5-B8CB-9AF4D90F6CA5}">
      <dgm:prSet/>
      <dgm:spPr/>
      <dgm:t>
        <a:bodyPr/>
        <a:lstStyle/>
        <a:p>
          <a:endParaRPr lang="en-US"/>
        </a:p>
      </dgm:t>
    </dgm:pt>
    <dgm:pt modelId="{239BFB3C-B230-4D6D-A047-C312735FFFBD}" type="sibTrans" cxnId="{1FB99951-D179-44C5-B8CB-9AF4D90F6CA5}">
      <dgm:prSet/>
      <dgm:spPr/>
      <dgm:t>
        <a:bodyPr/>
        <a:lstStyle/>
        <a:p>
          <a:endParaRPr lang="en-US"/>
        </a:p>
      </dgm:t>
    </dgm:pt>
    <dgm:pt modelId="{75D21940-1814-43AB-AD19-F72288F13DC1}">
      <dgm:prSet/>
      <dgm:spPr/>
      <dgm:t>
        <a:bodyPr/>
        <a:lstStyle/>
        <a:p>
          <a:r>
            <a:rPr lang="en-US" b="1"/>
            <a:t>Key Features:</a:t>
          </a:r>
          <a:endParaRPr lang="en-US"/>
        </a:p>
      </dgm:t>
    </dgm:pt>
    <dgm:pt modelId="{6131DA3D-36C2-4561-9615-E75AD288E557}" type="parTrans" cxnId="{558EB4FC-032C-4B93-8E12-DADF9B4BD3C8}">
      <dgm:prSet/>
      <dgm:spPr/>
      <dgm:t>
        <a:bodyPr/>
        <a:lstStyle/>
        <a:p>
          <a:endParaRPr lang="en-US"/>
        </a:p>
      </dgm:t>
    </dgm:pt>
    <dgm:pt modelId="{E6BF3539-36AE-496E-AE09-DC48E7CE6F97}" type="sibTrans" cxnId="{558EB4FC-032C-4B93-8E12-DADF9B4BD3C8}">
      <dgm:prSet/>
      <dgm:spPr/>
      <dgm:t>
        <a:bodyPr/>
        <a:lstStyle/>
        <a:p>
          <a:endParaRPr lang="en-US"/>
        </a:p>
      </dgm:t>
    </dgm:pt>
    <dgm:pt modelId="{14021160-5100-4676-AF7A-040655198AB1}">
      <dgm:prSet/>
      <dgm:spPr/>
      <dgm:t>
        <a:bodyPr/>
        <a:lstStyle/>
        <a:p>
          <a:r>
            <a:rPr lang="en-US"/>
            <a:t>Use of strong regularization</a:t>
          </a:r>
        </a:p>
      </dgm:t>
    </dgm:pt>
    <dgm:pt modelId="{18B6DC28-A40C-4ECF-965B-1B0832293548}" type="parTrans" cxnId="{61CF79F1-EF1F-404B-9138-6899DE8C766C}">
      <dgm:prSet/>
      <dgm:spPr/>
      <dgm:t>
        <a:bodyPr/>
        <a:lstStyle/>
        <a:p>
          <a:endParaRPr lang="en-US"/>
        </a:p>
      </dgm:t>
    </dgm:pt>
    <dgm:pt modelId="{450EDBBC-00C5-4224-A84E-1240C9F8D0F5}" type="sibTrans" cxnId="{61CF79F1-EF1F-404B-9138-6899DE8C766C}">
      <dgm:prSet/>
      <dgm:spPr/>
      <dgm:t>
        <a:bodyPr/>
        <a:lstStyle/>
        <a:p>
          <a:endParaRPr lang="en-US"/>
        </a:p>
      </dgm:t>
    </dgm:pt>
    <dgm:pt modelId="{07986960-B629-4DD7-8347-C3DE474A7433}">
      <dgm:prSet/>
      <dgm:spPr/>
      <dgm:t>
        <a:bodyPr/>
        <a:lstStyle/>
        <a:p>
          <a:r>
            <a:rPr lang="en-US"/>
            <a:t>Transfer learning on medical images</a:t>
          </a:r>
        </a:p>
      </dgm:t>
    </dgm:pt>
    <dgm:pt modelId="{8F52092E-1EBF-47EF-BA8A-7D5BF4A69A79}" type="parTrans" cxnId="{B252A92F-3F05-45E9-B307-A0928567A290}">
      <dgm:prSet/>
      <dgm:spPr/>
      <dgm:t>
        <a:bodyPr/>
        <a:lstStyle/>
        <a:p>
          <a:endParaRPr lang="en-US"/>
        </a:p>
      </dgm:t>
    </dgm:pt>
    <dgm:pt modelId="{F0495585-3DD0-4BC6-AB47-226B89E28652}" type="sibTrans" cxnId="{B252A92F-3F05-45E9-B307-A0928567A290}">
      <dgm:prSet/>
      <dgm:spPr/>
      <dgm:t>
        <a:bodyPr/>
        <a:lstStyle/>
        <a:p>
          <a:endParaRPr lang="en-US"/>
        </a:p>
      </dgm:t>
    </dgm:pt>
    <dgm:pt modelId="{9B1B4FA8-1CE2-431C-B400-084DFD059359}" type="pres">
      <dgm:prSet presAssocID="{991FDC7B-26C9-4C09-9D77-2812546A145C}" presName="root" presStyleCnt="0">
        <dgm:presLayoutVars>
          <dgm:dir/>
          <dgm:resizeHandles val="exact"/>
        </dgm:presLayoutVars>
      </dgm:prSet>
      <dgm:spPr/>
    </dgm:pt>
    <dgm:pt modelId="{6C2849C1-04B3-4F43-9529-209B07208D1C}" type="pres">
      <dgm:prSet presAssocID="{C60EA680-D6E1-4BF3-853F-8B9F561EDAF4}" presName="compNode" presStyleCnt="0"/>
      <dgm:spPr/>
    </dgm:pt>
    <dgm:pt modelId="{C2C39F9F-62E3-4F93-91C9-C0B8A36CB994}" type="pres">
      <dgm:prSet presAssocID="{C60EA680-D6E1-4BF3-853F-8B9F561EDAF4}" presName="bgRect" presStyleLbl="bgShp" presStyleIdx="0" presStyleCnt="7"/>
      <dgm:spPr/>
    </dgm:pt>
    <dgm:pt modelId="{2428098C-9487-4C86-8BF3-06B8A3EB4462}" type="pres">
      <dgm:prSet presAssocID="{C60EA680-D6E1-4BF3-853F-8B9F561EDAF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2914ED29-FC06-4554-8EB1-2598B2D03D61}" type="pres">
      <dgm:prSet presAssocID="{C60EA680-D6E1-4BF3-853F-8B9F561EDAF4}" presName="spaceRect" presStyleCnt="0"/>
      <dgm:spPr/>
    </dgm:pt>
    <dgm:pt modelId="{37AFBA94-5FBB-471A-9A5F-CA3FF6E6C3DC}" type="pres">
      <dgm:prSet presAssocID="{C60EA680-D6E1-4BF3-853F-8B9F561EDAF4}" presName="parTx" presStyleLbl="revTx" presStyleIdx="0" presStyleCnt="8">
        <dgm:presLayoutVars>
          <dgm:chMax val="0"/>
          <dgm:chPref val="0"/>
        </dgm:presLayoutVars>
      </dgm:prSet>
      <dgm:spPr/>
    </dgm:pt>
    <dgm:pt modelId="{75CDEB97-BCEA-4A67-A6D6-0B330F7E1861}" type="pres">
      <dgm:prSet presAssocID="{CFB3D59F-E02F-47D7-BAF5-A95094F57538}" presName="sibTrans" presStyleCnt="0"/>
      <dgm:spPr/>
    </dgm:pt>
    <dgm:pt modelId="{FE092027-CB04-4884-B8F8-19F77732A925}" type="pres">
      <dgm:prSet presAssocID="{71BC976E-C878-4673-AD15-20E0ECE715E0}" presName="compNode" presStyleCnt="0"/>
      <dgm:spPr/>
    </dgm:pt>
    <dgm:pt modelId="{2716AE97-5951-4874-8134-9657E4991751}" type="pres">
      <dgm:prSet presAssocID="{71BC976E-C878-4673-AD15-20E0ECE715E0}" presName="bgRect" presStyleLbl="bgShp" presStyleIdx="1" presStyleCnt="7"/>
      <dgm:spPr/>
    </dgm:pt>
    <dgm:pt modelId="{6802DADC-F62A-4ADE-B15C-2EF251DB5E92}" type="pres">
      <dgm:prSet presAssocID="{71BC976E-C878-4673-AD15-20E0ECE715E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C9B6092-578C-4955-85F3-C3556D5B0DEE}" type="pres">
      <dgm:prSet presAssocID="{71BC976E-C878-4673-AD15-20E0ECE715E0}" presName="spaceRect" presStyleCnt="0"/>
      <dgm:spPr/>
    </dgm:pt>
    <dgm:pt modelId="{08DEB07F-B9F9-48DD-A7F9-935513D295FE}" type="pres">
      <dgm:prSet presAssocID="{71BC976E-C878-4673-AD15-20E0ECE715E0}" presName="parTx" presStyleLbl="revTx" presStyleIdx="1" presStyleCnt="8">
        <dgm:presLayoutVars>
          <dgm:chMax val="0"/>
          <dgm:chPref val="0"/>
        </dgm:presLayoutVars>
      </dgm:prSet>
      <dgm:spPr/>
    </dgm:pt>
    <dgm:pt modelId="{20108605-AC2B-41E0-9E1B-5485CAE536EC}" type="pres">
      <dgm:prSet presAssocID="{A68F5367-BB3B-4C13-A4D5-DF6BBC4E5662}" presName="sibTrans" presStyleCnt="0"/>
      <dgm:spPr/>
    </dgm:pt>
    <dgm:pt modelId="{45DAAE0C-5130-4E3D-B5E8-7BDA0D5097BA}" type="pres">
      <dgm:prSet presAssocID="{0B99FCD1-49C6-4E16-BCE0-0EB2B2F54FB5}" presName="compNode" presStyleCnt="0"/>
      <dgm:spPr/>
    </dgm:pt>
    <dgm:pt modelId="{B4E0D227-DC38-4C0E-8000-6B3357C2CED8}" type="pres">
      <dgm:prSet presAssocID="{0B99FCD1-49C6-4E16-BCE0-0EB2B2F54FB5}" presName="bgRect" presStyleLbl="bgShp" presStyleIdx="2" presStyleCnt="7"/>
      <dgm:spPr/>
    </dgm:pt>
    <dgm:pt modelId="{7DFD790A-37B7-4FC7-AA73-A9589CF14D71}" type="pres">
      <dgm:prSet presAssocID="{0B99FCD1-49C6-4E16-BCE0-0EB2B2F54FB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994B871-4EB9-4D06-990D-13E63584AB6D}" type="pres">
      <dgm:prSet presAssocID="{0B99FCD1-49C6-4E16-BCE0-0EB2B2F54FB5}" presName="spaceRect" presStyleCnt="0"/>
      <dgm:spPr/>
    </dgm:pt>
    <dgm:pt modelId="{59E1151D-347D-4C38-B638-B858A5E82B40}" type="pres">
      <dgm:prSet presAssocID="{0B99FCD1-49C6-4E16-BCE0-0EB2B2F54FB5}" presName="parTx" presStyleLbl="revTx" presStyleIdx="2" presStyleCnt="8">
        <dgm:presLayoutVars>
          <dgm:chMax val="0"/>
          <dgm:chPref val="0"/>
        </dgm:presLayoutVars>
      </dgm:prSet>
      <dgm:spPr/>
    </dgm:pt>
    <dgm:pt modelId="{5A3656A6-1140-47AF-9863-110887AFE343}" type="pres">
      <dgm:prSet presAssocID="{0B99FCD1-49C6-4E16-BCE0-0EB2B2F54FB5}" presName="desTx" presStyleLbl="revTx" presStyleIdx="3" presStyleCnt="8">
        <dgm:presLayoutVars/>
      </dgm:prSet>
      <dgm:spPr/>
    </dgm:pt>
    <dgm:pt modelId="{01F97144-9506-4D4F-9120-4808695CBB62}" type="pres">
      <dgm:prSet presAssocID="{D449FAB6-7238-4F9E-B638-D3CBEB793037}" presName="sibTrans" presStyleCnt="0"/>
      <dgm:spPr/>
    </dgm:pt>
    <dgm:pt modelId="{11965002-DBAB-4B50-9AEC-05D218C39B67}" type="pres">
      <dgm:prSet presAssocID="{93657502-2E9E-4F8D-88B1-D30586C9CF22}" presName="compNode" presStyleCnt="0"/>
      <dgm:spPr/>
    </dgm:pt>
    <dgm:pt modelId="{940B9178-5A8A-48CF-9C6D-625B8D342A78}" type="pres">
      <dgm:prSet presAssocID="{93657502-2E9E-4F8D-88B1-D30586C9CF22}" presName="bgRect" presStyleLbl="bgShp" presStyleIdx="3" presStyleCnt="7"/>
      <dgm:spPr/>
    </dgm:pt>
    <dgm:pt modelId="{87C788F1-FB09-43C7-A7D6-F2060450730D}" type="pres">
      <dgm:prSet presAssocID="{93657502-2E9E-4F8D-88B1-D30586C9CF2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74CB1CBA-FE98-4545-BF16-CF09B5CDA91D}" type="pres">
      <dgm:prSet presAssocID="{93657502-2E9E-4F8D-88B1-D30586C9CF22}" presName="spaceRect" presStyleCnt="0"/>
      <dgm:spPr/>
    </dgm:pt>
    <dgm:pt modelId="{ED574BF8-3F8F-41A3-8345-EF31914C4D68}" type="pres">
      <dgm:prSet presAssocID="{93657502-2E9E-4F8D-88B1-D30586C9CF22}" presName="parTx" presStyleLbl="revTx" presStyleIdx="4" presStyleCnt="8">
        <dgm:presLayoutVars>
          <dgm:chMax val="0"/>
          <dgm:chPref val="0"/>
        </dgm:presLayoutVars>
      </dgm:prSet>
      <dgm:spPr/>
    </dgm:pt>
    <dgm:pt modelId="{C656CD7C-6927-4CBC-8E37-7B57E30BD020}" type="pres">
      <dgm:prSet presAssocID="{239BFB3C-B230-4D6D-A047-C312735FFFBD}" presName="sibTrans" presStyleCnt="0"/>
      <dgm:spPr/>
    </dgm:pt>
    <dgm:pt modelId="{667F5CB0-6CF9-497F-8EBD-90890877B5F0}" type="pres">
      <dgm:prSet presAssocID="{75D21940-1814-43AB-AD19-F72288F13DC1}" presName="compNode" presStyleCnt="0"/>
      <dgm:spPr/>
    </dgm:pt>
    <dgm:pt modelId="{51D9207F-690D-4299-AC64-2BA829C82C75}" type="pres">
      <dgm:prSet presAssocID="{75D21940-1814-43AB-AD19-F72288F13DC1}" presName="bgRect" presStyleLbl="bgShp" presStyleIdx="4" presStyleCnt="7"/>
      <dgm:spPr/>
    </dgm:pt>
    <dgm:pt modelId="{37E8E8ED-028B-4116-A5B7-4919DD54BAB1}" type="pres">
      <dgm:prSet presAssocID="{75D21940-1814-43AB-AD19-F72288F13DC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E4BE6E6-6D6C-4D27-97DF-04698512375E}" type="pres">
      <dgm:prSet presAssocID="{75D21940-1814-43AB-AD19-F72288F13DC1}" presName="spaceRect" presStyleCnt="0"/>
      <dgm:spPr/>
    </dgm:pt>
    <dgm:pt modelId="{6EBA1856-E7B3-4502-A1FD-22400618FEC3}" type="pres">
      <dgm:prSet presAssocID="{75D21940-1814-43AB-AD19-F72288F13DC1}" presName="parTx" presStyleLbl="revTx" presStyleIdx="5" presStyleCnt="8">
        <dgm:presLayoutVars>
          <dgm:chMax val="0"/>
          <dgm:chPref val="0"/>
        </dgm:presLayoutVars>
      </dgm:prSet>
      <dgm:spPr/>
    </dgm:pt>
    <dgm:pt modelId="{DA22B5BB-1CA2-4A04-9E45-C87EA8746F1A}" type="pres">
      <dgm:prSet presAssocID="{E6BF3539-36AE-496E-AE09-DC48E7CE6F97}" presName="sibTrans" presStyleCnt="0"/>
      <dgm:spPr/>
    </dgm:pt>
    <dgm:pt modelId="{F82FF645-1858-4471-B7BF-CCEECE848495}" type="pres">
      <dgm:prSet presAssocID="{14021160-5100-4676-AF7A-040655198AB1}" presName="compNode" presStyleCnt="0"/>
      <dgm:spPr/>
    </dgm:pt>
    <dgm:pt modelId="{125105DB-0F90-49AD-A43E-C61ADDBF96F7}" type="pres">
      <dgm:prSet presAssocID="{14021160-5100-4676-AF7A-040655198AB1}" presName="bgRect" presStyleLbl="bgShp" presStyleIdx="5" presStyleCnt="7"/>
      <dgm:spPr/>
    </dgm:pt>
    <dgm:pt modelId="{606365C0-0741-40E3-8937-AEB6C0090516}" type="pres">
      <dgm:prSet presAssocID="{14021160-5100-4676-AF7A-040655198AB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A94FD0-F95E-4A41-AED0-951DC20EAA97}" type="pres">
      <dgm:prSet presAssocID="{14021160-5100-4676-AF7A-040655198AB1}" presName="spaceRect" presStyleCnt="0"/>
      <dgm:spPr/>
    </dgm:pt>
    <dgm:pt modelId="{D9D2C185-8BA7-4A6B-B0D3-CECC592AFA42}" type="pres">
      <dgm:prSet presAssocID="{14021160-5100-4676-AF7A-040655198AB1}" presName="parTx" presStyleLbl="revTx" presStyleIdx="6" presStyleCnt="8">
        <dgm:presLayoutVars>
          <dgm:chMax val="0"/>
          <dgm:chPref val="0"/>
        </dgm:presLayoutVars>
      </dgm:prSet>
      <dgm:spPr/>
    </dgm:pt>
    <dgm:pt modelId="{4AA58986-E338-4D78-B918-D66A9B797A36}" type="pres">
      <dgm:prSet presAssocID="{450EDBBC-00C5-4224-A84E-1240C9F8D0F5}" presName="sibTrans" presStyleCnt="0"/>
      <dgm:spPr/>
    </dgm:pt>
    <dgm:pt modelId="{5A7AB261-3083-44A7-A281-0BE4D81BA3DA}" type="pres">
      <dgm:prSet presAssocID="{07986960-B629-4DD7-8347-C3DE474A7433}" presName="compNode" presStyleCnt="0"/>
      <dgm:spPr/>
    </dgm:pt>
    <dgm:pt modelId="{7274520E-1657-4E85-939F-F5A949FAE181}" type="pres">
      <dgm:prSet presAssocID="{07986960-B629-4DD7-8347-C3DE474A7433}" presName="bgRect" presStyleLbl="bgShp" presStyleIdx="6" presStyleCnt="7"/>
      <dgm:spPr/>
    </dgm:pt>
    <dgm:pt modelId="{C739B331-D74F-4F4C-B134-6013C2BA6F64}" type="pres">
      <dgm:prSet presAssocID="{07986960-B629-4DD7-8347-C3DE474A743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4134F60-9300-49A2-B4B4-252AD4660D80}" type="pres">
      <dgm:prSet presAssocID="{07986960-B629-4DD7-8347-C3DE474A7433}" presName="spaceRect" presStyleCnt="0"/>
      <dgm:spPr/>
    </dgm:pt>
    <dgm:pt modelId="{8E6CC67F-7264-4996-B7A6-06E384FF32E8}" type="pres">
      <dgm:prSet presAssocID="{07986960-B629-4DD7-8347-C3DE474A7433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46D70226-CEF3-48F0-BD3C-9255077A9B2C}" type="presOf" srcId="{0B99FCD1-49C6-4E16-BCE0-0EB2B2F54FB5}" destId="{59E1151D-347D-4C38-B638-B858A5E82B40}" srcOrd="0" destOrd="0" presId="urn:microsoft.com/office/officeart/2018/2/layout/IconVerticalSolidList"/>
    <dgm:cxn modelId="{DBFB9B2D-E1AB-4B6A-ABBE-35D0731F12E4}" type="presOf" srcId="{07986960-B629-4DD7-8347-C3DE474A7433}" destId="{8E6CC67F-7264-4996-B7A6-06E384FF32E8}" srcOrd="0" destOrd="0" presId="urn:microsoft.com/office/officeart/2018/2/layout/IconVerticalSolidList"/>
    <dgm:cxn modelId="{B252A92F-3F05-45E9-B307-A0928567A290}" srcId="{991FDC7B-26C9-4C09-9D77-2812546A145C}" destId="{07986960-B629-4DD7-8347-C3DE474A7433}" srcOrd="6" destOrd="0" parTransId="{8F52092E-1EBF-47EF-BA8A-7D5BF4A69A79}" sibTransId="{F0495585-3DD0-4BC6-AB47-226B89E28652}"/>
    <dgm:cxn modelId="{456F415D-BE7B-494C-9D0D-E778C8145B66}" type="presOf" srcId="{75D21940-1814-43AB-AD19-F72288F13DC1}" destId="{6EBA1856-E7B3-4502-A1FD-22400618FEC3}" srcOrd="0" destOrd="0" presId="urn:microsoft.com/office/officeart/2018/2/layout/IconVerticalSolidList"/>
    <dgm:cxn modelId="{AB20C143-AA51-4F1E-97C9-5F6A2860F62D}" type="presOf" srcId="{C60EA680-D6E1-4BF3-853F-8B9F561EDAF4}" destId="{37AFBA94-5FBB-471A-9A5F-CA3FF6E6C3DC}" srcOrd="0" destOrd="0" presId="urn:microsoft.com/office/officeart/2018/2/layout/IconVerticalSolidList"/>
    <dgm:cxn modelId="{35FDC643-CF7A-4D5B-9944-6E9ADD1A7F1A}" type="presOf" srcId="{14021160-5100-4676-AF7A-040655198AB1}" destId="{D9D2C185-8BA7-4A6B-B0D3-CECC592AFA42}" srcOrd="0" destOrd="0" presId="urn:microsoft.com/office/officeart/2018/2/layout/IconVerticalSolidList"/>
    <dgm:cxn modelId="{2F713347-D7D4-4883-AF66-A638CEF8E1F3}" srcId="{991FDC7B-26C9-4C09-9D77-2812546A145C}" destId="{71BC976E-C878-4673-AD15-20E0ECE715E0}" srcOrd="1" destOrd="0" parTransId="{628016EE-0C7A-4407-9D0A-CC17E28C7A42}" sibTransId="{A68F5367-BB3B-4C13-A4D5-DF6BBC4E5662}"/>
    <dgm:cxn modelId="{1FB99951-D179-44C5-B8CB-9AF4D90F6CA5}" srcId="{991FDC7B-26C9-4C09-9D77-2812546A145C}" destId="{93657502-2E9E-4F8D-88B1-D30586C9CF22}" srcOrd="3" destOrd="0" parTransId="{4BB3465F-5431-4C72-8012-3F76E6BCDAE0}" sibTransId="{239BFB3C-B230-4D6D-A047-C312735FFFBD}"/>
    <dgm:cxn modelId="{1E1D7F8A-0A9F-4E3D-AA0F-6D1CE10C755D}" srcId="{991FDC7B-26C9-4C09-9D77-2812546A145C}" destId="{C60EA680-D6E1-4BF3-853F-8B9F561EDAF4}" srcOrd="0" destOrd="0" parTransId="{929FAA3E-A642-4A1A-B66E-9CE2D96A1DFA}" sibTransId="{CFB3D59F-E02F-47D7-BAF5-A95094F57538}"/>
    <dgm:cxn modelId="{AF2BEC9A-7E3D-47E5-956D-3D156FDEFF03}" type="presOf" srcId="{93657502-2E9E-4F8D-88B1-D30586C9CF22}" destId="{ED574BF8-3F8F-41A3-8345-EF31914C4D68}" srcOrd="0" destOrd="0" presId="urn:microsoft.com/office/officeart/2018/2/layout/IconVerticalSolidList"/>
    <dgm:cxn modelId="{400148A0-9EF5-4381-8C34-EF67F13667F7}" srcId="{0B99FCD1-49C6-4E16-BCE0-0EB2B2F54FB5}" destId="{50DF74BC-7B33-46E8-9659-3AAC1D4D5AD0}" srcOrd="1" destOrd="0" parTransId="{7A098C23-FE95-4E72-A03B-F3EA4E1E22DB}" sibTransId="{A6CDAA7A-8746-481E-B664-C721C8AFD3E1}"/>
    <dgm:cxn modelId="{EB058BA3-716D-4B06-B492-C697D59609F3}" type="presOf" srcId="{50DF74BC-7B33-46E8-9659-3AAC1D4D5AD0}" destId="{5A3656A6-1140-47AF-9863-110887AFE343}" srcOrd="0" destOrd="1" presId="urn:microsoft.com/office/officeart/2018/2/layout/IconVerticalSolidList"/>
    <dgm:cxn modelId="{18E59AA5-6976-425F-86DD-E72BBE73C03E}" srcId="{991FDC7B-26C9-4C09-9D77-2812546A145C}" destId="{0B99FCD1-49C6-4E16-BCE0-0EB2B2F54FB5}" srcOrd="2" destOrd="0" parTransId="{6CA2E403-DB08-4061-9BA8-6C3540534A4C}" sibTransId="{D449FAB6-7238-4F9E-B638-D3CBEB793037}"/>
    <dgm:cxn modelId="{C0717AC3-4FD5-4CE3-AB68-15929D5F2A3F}" type="presOf" srcId="{71BC976E-C878-4673-AD15-20E0ECE715E0}" destId="{08DEB07F-B9F9-48DD-A7F9-935513D295FE}" srcOrd="0" destOrd="0" presId="urn:microsoft.com/office/officeart/2018/2/layout/IconVerticalSolidList"/>
    <dgm:cxn modelId="{D01997C4-C1A0-475D-910B-22234318FB5B}" type="presOf" srcId="{991FDC7B-26C9-4C09-9D77-2812546A145C}" destId="{9B1B4FA8-1CE2-431C-B400-084DFD059359}" srcOrd="0" destOrd="0" presId="urn:microsoft.com/office/officeart/2018/2/layout/IconVerticalSolidList"/>
    <dgm:cxn modelId="{96ECC7D1-4912-4D09-B14E-F6B6D4D58DFA}" type="presOf" srcId="{84F94E3B-F2E6-493D-B22B-5CA04CBF7C00}" destId="{5A3656A6-1140-47AF-9863-110887AFE343}" srcOrd="0" destOrd="0" presId="urn:microsoft.com/office/officeart/2018/2/layout/IconVerticalSolidList"/>
    <dgm:cxn modelId="{61CF79F1-EF1F-404B-9138-6899DE8C766C}" srcId="{991FDC7B-26C9-4C09-9D77-2812546A145C}" destId="{14021160-5100-4676-AF7A-040655198AB1}" srcOrd="5" destOrd="0" parTransId="{18B6DC28-A40C-4ECF-965B-1B0832293548}" sibTransId="{450EDBBC-00C5-4224-A84E-1240C9F8D0F5}"/>
    <dgm:cxn modelId="{C43A9FF9-8FFC-42CC-8690-A008451FFB9A}" srcId="{0B99FCD1-49C6-4E16-BCE0-0EB2B2F54FB5}" destId="{84F94E3B-F2E6-493D-B22B-5CA04CBF7C00}" srcOrd="0" destOrd="0" parTransId="{258C76F8-0644-450E-85E6-BCDE2B2861DE}" sibTransId="{D935E0C6-D46A-4F64-B1EB-705B6A7F6CA9}"/>
    <dgm:cxn modelId="{558EB4FC-032C-4B93-8E12-DADF9B4BD3C8}" srcId="{991FDC7B-26C9-4C09-9D77-2812546A145C}" destId="{75D21940-1814-43AB-AD19-F72288F13DC1}" srcOrd="4" destOrd="0" parTransId="{6131DA3D-36C2-4561-9615-E75AD288E557}" sibTransId="{E6BF3539-36AE-496E-AE09-DC48E7CE6F97}"/>
    <dgm:cxn modelId="{7695F9CD-6ADE-4E6F-B352-898A16CC2CDF}" type="presParOf" srcId="{9B1B4FA8-1CE2-431C-B400-084DFD059359}" destId="{6C2849C1-04B3-4F43-9529-209B07208D1C}" srcOrd="0" destOrd="0" presId="urn:microsoft.com/office/officeart/2018/2/layout/IconVerticalSolidList"/>
    <dgm:cxn modelId="{8DBCA5F0-6255-4A2D-8C73-143B05609FE3}" type="presParOf" srcId="{6C2849C1-04B3-4F43-9529-209B07208D1C}" destId="{C2C39F9F-62E3-4F93-91C9-C0B8A36CB994}" srcOrd="0" destOrd="0" presId="urn:microsoft.com/office/officeart/2018/2/layout/IconVerticalSolidList"/>
    <dgm:cxn modelId="{928492B8-566A-43CA-9C5D-EECCF7D16A29}" type="presParOf" srcId="{6C2849C1-04B3-4F43-9529-209B07208D1C}" destId="{2428098C-9487-4C86-8BF3-06B8A3EB4462}" srcOrd="1" destOrd="0" presId="urn:microsoft.com/office/officeart/2018/2/layout/IconVerticalSolidList"/>
    <dgm:cxn modelId="{BF85C25B-0B29-4966-9946-90E22F03AD7A}" type="presParOf" srcId="{6C2849C1-04B3-4F43-9529-209B07208D1C}" destId="{2914ED29-FC06-4554-8EB1-2598B2D03D61}" srcOrd="2" destOrd="0" presId="urn:microsoft.com/office/officeart/2018/2/layout/IconVerticalSolidList"/>
    <dgm:cxn modelId="{E998F60A-5492-447B-A9E0-533CAA4B8D74}" type="presParOf" srcId="{6C2849C1-04B3-4F43-9529-209B07208D1C}" destId="{37AFBA94-5FBB-471A-9A5F-CA3FF6E6C3DC}" srcOrd="3" destOrd="0" presId="urn:microsoft.com/office/officeart/2018/2/layout/IconVerticalSolidList"/>
    <dgm:cxn modelId="{5E0A556F-BD22-46AB-9E06-328B47A80504}" type="presParOf" srcId="{9B1B4FA8-1CE2-431C-B400-084DFD059359}" destId="{75CDEB97-BCEA-4A67-A6D6-0B330F7E1861}" srcOrd="1" destOrd="0" presId="urn:microsoft.com/office/officeart/2018/2/layout/IconVerticalSolidList"/>
    <dgm:cxn modelId="{A237B506-1A54-42AD-9EEB-CFB4BF88AB93}" type="presParOf" srcId="{9B1B4FA8-1CE2-431C-B400-084DFD059359}" destId="{FE092027-CB04-4884-B8F8-19F77732A925}" srcOrd="2" destOrd="0" presId="urn:microsoft.com/office/officeart/2018/2/layout/IconVerticalSolidList"/>
    <dgm:cxn modelId="{0E2608DC-680F-43FC-800A-99C687C9CA72}" type="presParOf" srcId="{FE092027-CB04-4884-B8F8-19F77732A925}" destId="{2716AE97-5951-4874-8134-9657E4991751}" srcOrd="0" destOrd="0" presId="urn:microsoft.com/office/officeart/2018/2/layout/IconVerticalSolidList"/>
    <dgm:cxn modelId="{5280C56F-2576-4F29-A034-7D288341DB12}" type="presParOf" srcId="{FE092027-CB04-4884-B8F8-19F77732A925}" destId="{6802DADC-F62A-4ADE-B15C-2EF251DB5E92}" srcOrd="1" destOrd="0" presId="urn:microsoft.com/office/officeart/2018/2/layout/IconVerticalSolidList"/>
    <dgm:cxn modelId="{C086CD95-E056-4F5A-9B7F-8FD9F8774521}" type="presParOf" srcId="{FE092027-CB04-4884-B8F8-19F77732A925}" destId="{2C9B6092-578C-4955-85F3-C3556D5B0DEE}" srcOrd="2" destOrd="0" presId="urn:microsoft.com/office/officeart/2018/2/layout/IconVerticalSolidList"/>
    <dgm:cxn modelId="{4E7CB917-0E59-4FD0-BFD7-0E3B0AC0BE21}" type="presParOf" srcId="{FE092027-CB04-4884-B8F8-19F77732A925}" destId="{08DEB07F-B9F9-48DD-A7F9-935513D295FE}" srcOrd="3" destOrd="0" presId="urn:microsoft.com/office/officeart/2018/2/layout/IconVerticalSolidList"/>
    <dgm:cxn modelId="{702B2154-9A14-478F-8968-3BB202F25FBA}" type="presParOf" srcId="{9B1B4FA8-1CE2-431C-B400-084DFD059359}" destId="{20108605-AC2B-41E0-9E1B-5485CAE536EC}" srcOrd="3" destOrd="0" presId="urn:microsoft.com/office/officeart/2018/2/layout/IconVerticalSolidList"/>
    <dgm:cxn modelId="{F36989EE-6C7E-4868-A43C-0FE3997C00E7}" type="presParOf" srcId="{9B1B4FA8-1CE2-431C-B400-084DFD059359}" destId="{45DAAE0C-5130-4E3D-B5E8-7BDA0D5097BA}" srcOrd="4" destOrd="0" presId="urn:microsoft.com/office/officeart/2018/2/layout/IconVerticalSolidList"/>
    <dgm:cxn modelId="{B08238F2-E491-40FA-8A50-D21D1F437926}" type="presParOf" srcId="{45DAAE0C-5130-4E3D-B5E8-7BDA0D5097BA}" destId="{B4E0D227-DC38-4C0E-8000-6B3357C2CED8}" srcOrd="0" destOrd="0" presId="urn:microsoft.com/office/officeart/2018/2/layout/IconVerticalSolidList"/>
    <dgm:cxn modelId="{727A3E7B-CD78-4D26-B54F-51A891FCC463}" type="presParOf" srcId="{45DAAE0C-5130-4E3D-B5E8-7BDA0D5097BA}" destId="{7DFD790A-37B7-4FC7-AA73-A9589CF14D71}" srcOrd="1" destOrd="0" presId="urn:microsoft.com/office/officeart/2018/2/layout/IconVerticalSolidList"/>
    <dgm:cxn modelId="{127A182F-FA4F-43D5-84ED-A835DFAE62C6}" type="presParOf" srcId="{45DAAE0C-5130-4E3D-B5E8-7BDA0D5097BA}" destId="{6994B871-4EB9-4D06-990D-13E63584AB6D}" srcOrd="2" destOrd="0" presId="urn:microsoft.com/office/officeart/2018/2/layout/IconVerticalSolidList"/>
    <dgm:cxn modelId="{699AE713-707D-4E01-B5F4-FB9B293BFE2D}" type="presParOf" srcId="{45DAAE0C-5130-4E3D-B5E8-7BDA0D5097BA}" destId="{59E1151D-347D-4C38-B638-B858A5E82B40}" srcOrd="3" destOrd="0" presId="urn:microsoft.com/office/officeart/2018/2/layout/IconVerticalSolidList"/>
    <dgm:cxn modelId="{361C809B-6072-4583-841A-F452A5F42F68}" type="presParOf" srcId="{45DAAE0C-5130-4E3D-B5E8-7BDA0D5097BA}" destId="{5A3656A6-1140-47AF-9863-110887AFE343}" srcOrd="4" destOrd="0" presId="urn:microsoft.com/office/officeart/2018/2/layout/IconVerticalSolidList"/>
    <dgm:cxn modelId="{52EFD217-3824-4959-BDA1-64FFFD6B4412}" type="presParOf" srcId="{9B1B4FA8-1CE2-431C-B400-084DFD059359}" destId="{01F97144-9506-4D4F-9120-4808695CBB62}" srcOrd="5" destOrd="0" presId="urn:microsoft.com/office/officeart/2018/2/layout/IconVerticalSolidList"/>
    <dgm:cxn modelId="{3EC11FD3-A4C7-4B5B-94F7-E3692BE1D8AE}" type="presParOf" srcId="{9B1B4FA8-1CE2-431C-B400-084DFD059359}" destId="{11965002-DBAB-4B50-9AEC-05D218C39B67}" srcOrd="6" destOrd="0" presId="urn:microsoft.com/office/officeart/2018/2/layout/IconVerticalSolidList"/>
    <dgm:cxn modelId="{2D06B048-C04E-44BE-AF8A-D0B88BD6A843}" type="presParOf" srcId="{11965002-DBAB-4B50-9AEC-05D218C39B67}" destId="{940B9178-5A8A-48CF-9C6D-625B8D342A78}" srcOrd="0" destOrd="0" presId="urn:microsoft.com/office/officeart/2018/2/layout/IconVerticalSolidList"/>
    <dgm:cxn modelId="{3A64CBC0-2B12-4EB1-AD47-307AB4295416}" type="presParOf" srcId="{11965002-DBAB-4B50-9AEC-05D218C39B67}" destId="{87C788F1-FB09-43C7-A7D6-F2060450730D}" srcOrd="1" destOrd="0" presId="urn:microsoft.com/office/officeart/2018/2/layout/IconVerticalSolidList"/>
    <dgm:cxn modelId="{19906873-F965-4D5F-89AC-DA1A558D9948}" type="presParOf" srcId="{11965002-DBAB-4B50-9AEC-05D218C39B67}" destId="{74CB1CBA-FE98-4545-BF16-CF09B5CDA91D}" srcOrd="2" destOrd="0" presId="urn:microsoft.com/office/officeart/2018/2/layout/IconVerticalSolidList"/>
    <dgm:cxn modelId="{D702BF2F-92D8-4193-9685-57913DA0C24E}" type="presParOf" srcId="{11965002-DBAB-4B50-9AEC-05D218C39B67}" destId="{ED574BF8-3F8F-41A3-8345-EF31914C4D68}" srcOrd="3" destOrd="0" presId="urn:microsoft.com/office/officeart/2018/2/layout/IconVerticalSolidList"/>
    <dgm:cxn modelId="{1525EEB4-619A-4F2B-8D60-D305A187A3B5}" type="presParOf" srcId="{9B1B4FA8-1CE2-431C-B400-084DFD059359}" destId="{C656CD7C-6927-4CBC-8E37-7B57E30BD020}" srcOrd="7" destOrd="0" presId="urn:microsoft.com/office/officeart/2018/2/layout/IconVerticalSolidList"/>
    <dgm:cxn modelId="{8D767094-B799-4F2F-AFAE-A944C74EBFD8}" type="presParOf" srcId="{9B1B4FA8-1CE2-431C-B400-084DFD059359}" destId="{667F5CB0-6CF9-497F-8EBD-90890877B5F0}" srcOrd="8" destOrd="0" presId="urn:microsoft.com/office/officeart/2018/2/layout/IconVerticalSolidList"/>
    <dgm:cxn modelId="{0D7826BC-38CD-4C2E-8105-F6A820C40B25}" type="presParOf" srcId="{667F5CB0-6CF9-497F-8EBD-90890877B5F0}" destId="{51D9207F-690D-4299-AC64-2BA829C82C75}" srcOrd="0" destOrd="0" presId="urn:microsoft.com/office/officeart/2018/2/layout/IconVerticalSolidList"/>
    <dgm:cxn modelId="{726CE8C5-9DEC-4937-835F-BD508FD27BBD}" type="presParOf" srcId="{667F5CB0-6CF9-497F-8EBD-90890877B5F0}" destId="{37E8E8ED-028B-4116-A5B7-4919DD54BAB1}" srcOrd="1" destOrd="0" presId="urn:microsoft.com/office/officeart/2018/2/layout/IconVerticalSolidList"/>
    <dgm:cxn modelId="{86FFE61A-9618-4ECA-8EC2-D2E05829140C}" type="presParOf" srcId="{667F5CB0-6CF9-497F-8EBD-90890877B5F0}" destId="{3E4BE6E6-6D6C-4D27-97DF-04698512375E}" srcOrd="2" destOrd="0" presId="urn:microsoft.com/office/officeart/2018/2/layout/IconVerticalSolidList"/>
    <dgm:cxn modelId="{E7D66B19-691C-4181-BE42-A0D5E6D53E58}" type="presParOf" srcId="{667F5CB0-6CF9-497F-8EBD-90890877B5F0}" destId="{6EBA1856-E7B3-4502-A1FD-22400618FEC3}" srcOrd="3" destOrd="0" presId="urn:microsoft.com/office/officeart/2018/2/layout/IconVerticalSolidList"/>
    <dgm:cxn modelId="{1673BC30-0FF0-4804-B665-052ADCEACEB6}" type="presParOf" srcId="{9B1B4FA8-1CE2-431C-B400-084DFD059359}" destId="{DA22B5BB-1CA2-4A04-9E45-C87EA8746F1A}" srcOrd="9" destOrd="0" presId="urn:microsoft.com/office/officeart/2018/2/layout/IconVerticalSolidList"/>
    <dgm:cxn modelId="{73B7131D-26FB-4B08-85CB-CB939D06251C}" type="presParOf" srcId="{9B1B4FA8-1CE2-431C-B400-084DFD059359}" destId="{F82FF645-1858-4471-B7BF-CCEECE848495}" srcOrd="10" destOrd="0" presId="urn:microsoft.com/office/officeart/2018/2/layout/IconVerticalSolidList"/>
    <dgm:cxn modelId="{3207104F-B79C-4A0B-9DD5-5B13DD71DD23}" type="presParOf" srcId="{F82FF645-1858-4471-B7BF-CCEECE848495}" destId="{125105DB-0F90-49AD-A43E-C61ADDBF96F7}" srcOrd="0" destOrd="0" presId="urn:microsoft.com/office/officeart/2018/2/layout/IconVerticalSolidList"/>
    <dgm:cxn modelId="{50CBA84F-670F-4B06-BFAD-70E253AAAB2C}" type="presParOf" srcId="{F82FF645-1858-4471-B7BF-CCEECE848495}" destId="{606365C0-0741-40E3-8937-AEB6C0090516}" srcOrd="1" destOrd="0" presId="urn:microsoft.com/office/officeart/2018/2/layout/IconVerticalSolidList"/>
    <dgm:cxn modelId="{CA8DC7D7-A3FE-4F19-8520-D57E4FB74483}" type="presParOf" srcId="{F82FF645-1858-4471-B7BF-CCEECE848495}" destId="{CFA94FD0-F95E-4A41-AED0-951DC20EAA97}" srcOrd="2" destOrd="0" presId="urn:microsoft.com/office/officeart/2018/2/layout/IconVerticalSolidList"/>
    <dgm:cxn modelId="{A28B1A7B-BC2B-4F1C-A627-9FA52A353F76}" type="presParOf" srcId="{F82FF645-1858-4471-B7BF-CCEECE848495}" destId="{D9D2C185-8BA7-4A6B-B0D3-CECC592AFA42}" srcOrd="3" destOrd="0" presId="urn:microsoft.com/office/officeart/2018/2/layout/IconVerticalSolidList"/>
    <dgm:cxn modelId="{F83E99D8-CA77-4E57-A983-B8B3B3E7B806}" type="presParOf" srcId="{9B1B4FA8-1CE2-431C-B400-084DFD059359}" destId="{4AA58986-E338-4D78-B918-D66A9B797A36}" srcOrd="11" destOrd="0" presId="urn:microsoft.com/office/officeart/2018/2/layout/IconVerticalSolidList"/>
    <dgm:cxn modelId="{2AE79530-939C-4D6F-B37E-51C2EE464802}" type="presParOf" srcId="{9B1B4FA8-1CE2-431C-B400-084DFD059359}" destId="{5A7AB261-3083-44A7-A281-0BE4D81BA3DA}" srcOrd="12" destOrd="0" presId="urn:microsoft.com/office/officeart/2018/2/layout/IconVerticalSolidList"/>
    <dgm:cxn modelId="{86733F08-03E4-472A-9432-C394EBE37851}" type="presParOf" srcId="{5A7AB261-3083-44A7-A281-0BE4D81BA3DA}" destId="{7274520E-1657-4E85-939F-F5A949FAE181}" srcOrd="0" destOrd="0" presId="urn:microsoft.com/office/officeart/2018/2/layout/IconVerticalSolidList"/>
    <dgm:cxn modelId="{B3E342CA-BFFE-43CB-8119-FB8C2D7E300A}" type="presParOf" srcId="{5A7AB261-3083-44A7-A281-0BE4D81BA3DA}" destId="{C739B331-D74F-4F4C-B134-6013C2BA6F64}" srcOrd="1" destOrd="0" presId="urn:microsoft.com/office/officeart/2018/2/layout/IconVerticalSolidList"/>
    <dgm:cxn modelId="{86C0CC71-E896-4508-84D2-97DD5FD8B0C9}" type="presParOf" srcId="{5A7AB261-3083-44A7-A281-0BE4D81BA3DA}" destId="{44134F60-9300-49A2-B4B4-252AD4660D80}" srcOrd="2" destOrd="0" presId="urn:microsoft.com/office/officeart/2018/2/layout/IconVerticalSolidList"/>
    <dgm:cxn modelId="{B281FAC5-921D-4D1B-AA65-C655DD1284F8}" type="presParOf" srcId="{5A7AB261-3083-44A7-A281-0BE4D81BA3DA}" destId="{8E6CC67F-7264-4996-B7A6-06E384FF32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14F17A-8C57-4DC5-B49D-DBE2478F0A8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1CF46B-747C-4CA0-91D8-35630D222E39}">
      <dgm:prSet/>
      <dgm:spPr/>
      <dgm:t>
        <a:bodyPr/>
        <a:lstStyle/>
        <a:p>
          <a:r>
            <a:rPr lang="en-US" b="0" i="0" baseline="0"/>
            <a:t>External validation on multi-hospital datasets</a:t>
          </a:r>
          <a:endParaRPr lang="en-US"/>
        </a:p>
      </dgm:t>
    </dgm:pt>
    <dgm:pt modelId="{B01E39BA-4DA0-4783-AD88-0D20C921E453}" type="parTrans" cxnId="{504D7236-6198-437D-A045-F4F223AFF493}">
      <dgm:prSet/>
      <dgm:spPr/>
      <dgm:t>
        <a:bodyPr/>
        <a:lstStyle/>
        <a:p>
          <a:endParaRPr lang="en-US"/>
        </a:p>
      </dgm:t>
    </dgm:pt>
    <dgm:pt modelId="{3C2D6C3F-AAC2-417A-936E-4F659F325B9D}" type="sibTrans" cxnId="{504D7236-6198-437D-A045-F4F223AFF493}">
      <dgm:prSet/>
      <dgm:spPr/>
      <dgm:t>
        <a:bodyPr/>
        <a:lstStyle/>
        <a:p>
          <a:endParaRPr lang="en-US"/>
        </a:p>
      </dgm:t>
    </dgm:pt>
    <dgm:pt modelId="{063AAC4E-7F6E-4F4D-B4A6-0075B81748F1}">
      <dgm:prSet/>
      <dgm:spPr/>
      <dgm:t>
        <a:bodyPr/>
        <a:lstStyle/>
        <a:p>
          <a:r>
            <a:rPr lang="en-US" b="0" i="0" baseline="0"/>
            <a:t>Interpretability tools (Grad-CAM, saliency maps)</a:t>
          </a:r>
          <a:endParaRPr lang="en-US"/>
        </a:p>
      </dgm:t>
    </dgm:pt>
    <dgm:pt modelId="{3193DA78-6905-4A9B-8BC7-C5AB25B8C94D}" type="parTrans" cxnId="{CAC59F2A-426F-43B8-B8F8-592AE613224A}">
      <dgm:prSet/>
      <dgm:spPr/>
      <dgm:t>
        <a:bodyPr/>
        <a:lstStyle/>
        <a:p>
          <a:endParaRPr lang="en-US"/>
        </a:p>
      </dgm:t>
    </dgm:pt>
    <dgm:pt modelId="{85A62A10-D755-48A4-8292-69C740A5DC36}" type="sibTrans" cxnId="{CAC59F2A-426F-43B8-B8F8-592AE613224A}">
      <dgm:prSet/>
      <dgm:spPr/>
      <dgm:t>
        <a:bodyPr/>
        <a:lstStyle/>
        <a:p>
          <a:endParaRPr lang="en-US"/>
        </a:p>
      </dgm:t>
    </dgm:pt>
    <dgm:pt modelId="{9DD64202-A07E-4A52-8624-ACB2A89412BA}">
      <dgm:prSet/>
      <dgm:spPr/>
      <dgm:t>
        <a:bodyPr/>
        <a:lstStyle/>
        <a:p>
          <a:r>
            <a:rPr lang="en-US" b="0" i="0" baseline="0"/>
            <a:t>Deploy lightweight versions for clinics or mobile devices</a:t>
          </a:r>
          <a:endParaRPr lang="en-US"/>
        </a:p>
      </dgm:t>
    </dgm:pt>
    <dgm:pt modelId="{9F495B91-6C82-488C-97E4-208760A050BD}" type="parTrans" cxnId="{6C833FB7-9395-4937-9CCB-02A37CB9A2DC}">
      <dgm:prSet/>
      <dgm:spPr/>
      <dgm:t>
        <a:bodyPr/>
        <a:lstStyle/>
        <a:p>
          <a:endParaRPr lang="en-US"/>
        </a:p>
      </dgm:t>
    </dgm:pt>
    <dgm:pt modelId="{EBD33356-0363-4A2B-9727-13E828ABB563}" type="sibTrans" cxnId="{6C833FB7-9395-4937-9CCB-02A37CB9A2DC}">
      <dgm:prSet/>
      <dgm:spPr/>
      <dgm:t>
        <a:bodyPr/>
        <a:lstStyle/>
        <a:p>
          <a:endParaRPr lang="en-US"/>
        </a:p>
      </dgm:t>
    </dgm:pt>
    <dgm:pt modelId="{D419D712-91BA-47A4-855D-E1FF6E9FEA01}">
      <dgm:prSet/>
      <dgm:spPr/>
      <dgm:t>
        <a:bodyPr/>
        <a:lstStyle/>
        <a:p>
          <a:r>
            <a:rPr lang="en-US" b="0" i="0" baseline="0"/>
            <a:t>Multi-label classification (co-existing diseases)</a:t>
          </a:r>
          <a:endParaRPr lang="en-US"/>
        </a:p>
      </dgm:t>
    </dgm:pt>
    <dgm:pt modelId="{F7899AF0-B492-4B2C-B22A-A261A494364A}" type="parTrans" cxnId="{5A988797-1A2E-4478-A5D3-FD35986F465A}">
      <dgm:prSet/>
      <dgm:spPr/>
      <dgm:t>
        <a:bodyPr/>
        <a:lstStyle/>
        <a:p>
          <a:endParaRPr lang="en-US"/>
        </a:p>
      </dgm:t>
    </dgm:pt>
    <dgm:pt modelId="{F8CA3780-859B-4F6C-9D14-0CB8F34FB9BB}" type="sibTrans" cxnId="{5A988797-1A2E-4478-A5D3-FD35986F465A}">
      <dgm:prSet/>
      <dgm:spPr/>
      <dgm:t>
        <a:bodyPr/>
        <a:lstStyle/>
        <a:p>
          <a:endParaRPr lang="en-US"/>
        </a:p>
      </dgm:t>
    </dgm:pt>
    <dgm:pt modelId="{CCBE555D-CB83-4B94-9BC1-686450743C83}">
      <dgm:prSet/>
      <dgm:spPr/>
      <dgm:t>
        <a:bodyPr/>
        <a:lstStyle/>
        <a:p>
          <a:r>
            <a:rPr lang="en-US" b="0" i="0" baseline="0"/>
            <a:t>Integration with real healthcare systems (triage AI)</a:t>
          </a:r>
          <a:endParaRPr lang="en-US"/>
        </a:p>
      </dgm:t>
    </dgm:pt>
    <dgm:pt modelId="{8EAC2DFF-50BA-4996-92FC-93C8A93EEC50}" type="parTrans" cxnId="{4E234E4C-2C80-44B6-B641-6D6483BEBED8}">
      <dgm:prSet/>
      <dgm:spPr/>
      <dgm:t>
        <a:bodyPr/>
        <a:lstStyle/>
        <a:p>
          <a:endParaRPr lang="en-US"/>
        </a:p>
      </dgm:t>
    </dgm:pt>
    <dgm:pt modelId="{9A564787-C0FB-47F3-AC1E-AAB6CB9F06A2}" type="sibTrans" cxnId="{4E234E4C-2C80-44B6-B641-6D6483BEBED8}">
      <dgm:prSet/>
      <dgm:spPr/>
      <dgm:t>
        <a:bodyPr/>
        <a:lstStyle/>
        <a:p>
          <a:endParaRPr lang="en-US"/>
        </a:p>
      </dgm:t>
    </dgm:pt>
    <dgm:pt modelId="{36F79923-DDD3-4B5C-BD0C-A76350495EF3}" type="pres">
      <dgm:prSet presAssocID="{9E14F17A-8C57-4DC5-B49D-DBE2478F0A89}" presName="root" presStyleCnt="0">
        <dgm:presLayoutVars>
          <dgm:dir/>
          <dgm:resizeHandles val="exact"/>
        </dgm:presLayoutVars>
      </dgm:prSet>
      <dgm:spPr/>
    </dgm:pt>
    <dgm:pt modelId="{FBD44061-AA21-431B-BC51-071185EA46F3}" type="pres">
      <dgm:prSet presAssocID="{0D1CF46B-747C-4CA0-91D8-35630D222E39}" presName="compNode" presStyleCnt="0"/>
      <dgm:spPr/>
    </dgm:pt>
    <dgm:pt modelId="{DB7B443F-4398-49FE-917E-844DFD259CF8}" type="pres">
      <dgm:prSet presAssocID="{0D1CF46B-747C-4CA0-91D8-35630D222E3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7D43DCC-D9CD-4351-808F-57C9FFF3FDC2}" type="pres">
      <dgm:prSet presAssocID="{0D1CF46B-747C-4CA0-91D8-35630D222E39}" presName="spaceRect" presStyleCnt="0"/>
      <dgm:spPr/>
    </dgm:pt>
    <dgm:pt modelId="{8CF9752D-4DE3-4EF7-9FDB-84CE704440DB}" type="pres">
      <dgm:prSet presAssocID="{0D1CF46B-747C-4CA0-91D8-35630D222E39}" presName="textRect" presStyleLbl="revTx" presStyleIdx="0" presStyleCnt="5">
        <dgm:presLayoutVars>
          <dgm:chMax val="1"/>
          <dgm:chPref val="1"/>
        </dgm:presLayoutVars>
      </dgm:prSet>
      <dgm:spPr/>
    </dgm:pt>
    <dgm:pt modelId="{AC316D20-4DA7-4EBD-AE07-D74580F5F4A7}" type="pres">
      <dgm:prSet presAssocID="{3C2D6C3F-AAC2-417A-936E-4F659F325B9D}" presName="sibTrans" presStyleCnt="0"/>
      <dgm:spPr/>
    </dgm:pt>
    <dgm:pt modelId="{FC0991B0-17BA-4074-BA53-F032E2E47066}" type="pres">
      <dgm:prSet presAssocID="{063AAC4E-7F6E-4F4D-B4A6-0075B81748F1}" presName="compNode" presStyleCnt="0"/>
      <dgm:spPr/>
    </dgm:pt>
    <dgm:pt modelId="{C2CBF4C7-CD36-439A-859B-D9BD96F5D578}" type="pres">
      <dgm:prSet presAssocID="{063AAC4E-7F6E-4F4D-B4A6-0075B81748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EF31B5B6-4A3C-42AE-835D-93BFFDA082FF}" type="pres">
      <dgm:prSet presAssocID="{063AAC4E-7F6E-4F4D-B4A6-0075B81748F1}" presName="spaceRect" presStyleCnt="0"/>
      <dgm:spPr/>
    </dgm:pt>
    <dgm:pt modelId="{BF865ECD-874F-40CF-BF69-86A58AF0F5F2}" type="pres">
      <dgm:prSet presAssocID="{063AAC4E-7F6E-4F4D-B4A6-0075B81748F1}" presName="textRect" presStyleLbl="revTx" presStyleIdx="1" presStyleCnt="5">
        <dgm:presLayoutVars>
          <dgm:chMax val="1"/>
          <dgm:chPref val="1"/>
        </dgm:presLayoutVars>
      </dgm:prSet>
      <dgm:spPr/>
    </dgm:pt>
    <dgm:pt modelId="{B48A713A-F0D3-4E6D-B956-BB3FBDEEE6BC}" type="pres">
      <dgm:prSet presAssocID="{85A62A10-D755-48A4-8292-69C740A5DC36}" presName="sibTrans" presStyleCnt="0"/>
      <dgm:spPr/>
    </dgm:pt>
    <dgm:pt modelId="{08F63AA1-5B86-42C9-AC64-1E4575F35CAD}" type="pres">
      <dgm:prSet presAssocID="{9DD64202-A07E-4A52-8624-ACB2A89412BA}" presName="compNode" presStyleCnt="0"/>
      <dgm:spPr/>
    </dgm:pt>
    <dgm:pt modelId="{36286C9A-BEFC-4D4E-8DE8-95EDF4FBF27E}" type="pres">
      <dgm:prSet presAssocID="{9DD64202-A07E-4A52-8624-ACB2A89412B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4D47F31-4173-43C8-AC27-054772F3D988}" type="pres">
      <dgm:prSet presAssocID="{9DD64202-A07E-4A52-8624-ACB2A89412BA}" presName="spaceRect" presStyleCnt="0"/>
      <dgm:spPr/>
    </dgm:pt>
    <dgm:pt modelId="{D51C9509-8CA0-4E6E-91C3-CB5EE1A87337}" type="pres">
      <dgm:prSet presAssocID="{9DD64202-A07E-4A52-8624-ACB2A89412BA}" presName="textRect" presStyleLbl="revTx" presStyleIdx="2" presStyleCnt="5">
        <dgm:presLayoutVars>
          <dgm:chMax val="1"/>
          <dgm:chPref val="1"/>
        </dgm:presLayoutVars>
      </dgm:prSet>
      <dgm:spPr/>
    </dgm:pt>
    <dgm:pt modelId="{26EFD7E0-E3FB-4D5F-B0E2-C921C3FFA985}" type="pres">
      <dgm:prSet presAssocID="{EBD33356-0363-4A2B-9727-13E828ABB563}" presName="sibTrans" presStyleCnt="0"/>
      <dgm:spPr/>
    </dgm:pt>
    <dgm:pt modelId="{28DCE1D6-DF67-4F59-BEE1-3BDB800C54D8}" type="pres">
      <dgm:prSet presAssocID="{D419D712-91BA-47A4-855D-E1FF6E9FEA01}" presName="compNode" presStyleCnt="0"/>
      <dgm:spPr/>
    </dgm:pt>
    <dgm:pt modelId="{CAB63CAD-29F1-4AA3-B8D5-53E2AB9106F9}" type="pres">
      <dgm:prSet presAssocID="{D419D712-91BA-47A4-855D-E1FF6E9FEA0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CBEC7257-86CC-4E62-933B-E05247EEC54E}" type="pres">
      <dgm:prSet presAssocID="{D419D712-91BA-47A4-855D-E1FF6E9FEA01}" presName="spaceRect" presStyleCnt="0"/>
      <dgm:spPr/>
    </dgm:pt>
    <dgm:pt modelId="{B3F65F22-ADA5-43BF-BEB1-700D86E5A1E9}" type="pres">
      <dgm:prSet presAssocID="{D419D712-91BA-47A4-855D-E1FF6E9FEA01}" presName="textRect" presStyleLbl="revTx" presStyleIdx="3" presStyleCnt="5">
        <dgm:presLayoutVars>
          <dgm:chMax val="1"/>
          <dgm:chPref val="1"/>
        </dgm:presLayoutVars>
      </dgm:prSet>
      <dgm:spPr/>
    </dgm:pt>
    <dgm:pt modelId="{3794F78C-4D2B-4DBA-9F2C-138A315C8CF6}" type="pres">
      <dgm:prSet presAssocID="{F8CA3780-859B-4F6C-9D14-0CB8F34FB9BB}" presName="sibTrans" presStyleCnt="0"/>
      <dgm:spPr/>
    </dgm:pt>
    <dgm:pt modelId="{74AE2C93-3BEB-4778-B613-A7923A23578F}" type="pres">
      <dgm:prSet presAssocID="{CCBE555D-CB83-4B94-9BC1-686450743C83}" presName="compNode" presStyleCnt="0"/>
      <dgm:spPr/>
    </dgm:pt>
    <dgm:pt modelId="{AE7F6A58-CB8E-4CAE-8038-789C23F1015B}" type="pres">
      <dgm:prSet presAssocID="{CCBE555D-CB83-4B94-9BC1-686450743C8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F5D0C03-B957-4BB6-BBCD-BE3ABA748BFC}" type="pres">
      <dgm:prSet presAssocID="{CCBE555D-CB83-4B94-9BC1-686450743C83}" presName="spaceRect" presStyleCnt="0"/>
      <dgm:spPr/>
    </dgm:pt>
    <dgm:pt modelId="{A5B64978-C7AA-4D7B-9085-00B01B1C2396}" type="pres">
      <dgm:prSet presAssocID="{CCBE555D-CB83-4B94-9BC1-686450743C8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AC59F2A-426F-43B8-B8F8-592AE613224A}" srcId="{9E14F17A-8C57-4DC5-B49D-DBE2478F0A89}" destId="{063AAC4E-7F6E-4F4D-B4A6-0075B81748F1}" srcOrd="1" destOrd="0" parTransId="{3193DA78-6905-4A9B-8BC7-C5AB25B8C94D}" sibTransId="{85A62A10-D755-48A4-8292-69C740A5DC36}"/>
    <dgm:cxn modelId="{8AC2312D-BF29-467B-AD94-53ECFB9FC201}" type="presOf" srcId="{9DD64202-A07E-4A52-8624-ACB2A89412BA}" destId="{D51C9509-8CA0-4E6E-91C3-CB5EE1A87337}" srcOrd="0" destOrd="0" presId="urn:microsoft.com/office/officeart/2018/2/layout/IconLabelList"/>
    <dgm:cxn modelId="{504D7236-6198-437D-A045-F4F223AFF493}" srcId="{9E14F17A-8C57-4DC5-B49D-DBE2478F0A89}" destId="{0D1CF46B-747C-4CA0-91D8-35630D222E39}" srcOrd="0" destOrd="0" parTransId="{B01E39BA-4DA0-4783-AD88-0D20C921E453}" sibTransId="{3C2D6C3F-AAC2-417A-936E-4F659F325B9D}"/>
    <dgm:cxn modelId="{F57F2C4A-8CAC-44E4-A6D9-49BC7C643A9B}" type="presOf" srcId="{CCBE555D-CB83-4B94-9BC1-686450743C83}" destId="{A5B64978-C7AA-4D7B-9085-00B01B1C2396}" srcOrd="0" destOrd="0" presId="urn:microsoft.com/office/officeart/2018/2/layout/IconLabelList"/>
    <dgm:cxn modelId="{4E234E4C-2C80-44B6-B641-6D6483BEBED8}" srcId="{9E14F17A-8C57-4DC5-B49D-DBE2478F0A89}" destId="{CCBE555D-CB83-4B94-9BC1-686450743C83}" srcOrd="4" destOrd="0" parTransId="{8EAC2DFF-50BA-4996-92FC-93C8A93EEC50}" sibTransId="{9A564787-C0FB-47F3-AC1E-AAB6CB9F06A2}"/>
    <dgm:cxn modelId="{FD16C54C-FC7C-4219-BB79-4CACF5DD4BE5}" type="presOf" srcId="{0D1CF46B-747C-4CA0-91D8-35630D222E39}" destId="{8CF9752D-4DE3-4EF7-9FDB-84CE704440DB}" srcOrd="0" destOrd="0" presId="urn:microsoft.com/office/officeart/2018/2/layout/IconLabelList"/>
    <dgm:cxn modelId="{E3BE8F70-E903-4AFC-9936-678743C27519}" type="presOf" srcId="{D419D712-91BA-47A4-855D-E1FF6E9FEA01}" destId="{B3F65F22-ADA5-43BF-BEB1-700D86E5A1E9}" srcOrd="0" destOrd="0" presId="urn:microsoft.com/office/officeart/2018/2/layout/IconLabelList"/>
    <dgm:cxn modelId="{5A988797-1A2E-4478-A5D3-FD35986F465A}" srcId="{9E14F17A-8C57-4DC5-B49D-DBE2478F0A89}" destId="{D419D712-91BA-47A4-855D-E1FF6E9FEA01}" srcOrd="3" destOrd="0" parTransId="{F7899AF0-B492-4B2C-B22A-A261A494364A}" sibTransId="{F8CA3780-859B-4F6C-9D14-0CB8F34FB9BB}"/>
    <dgm:cxn modelId="{41E4A6A3-F3A3-4596-AB6C-A4DEEB5AA50B}" type="presOf" srcId="{9E14F17A-8C57-4DC5-B49D-DBE2478F0A89}" destId="{36F79923-DDD3-4B5C-BD0C-A76350495EF3}" srcOrd="0" destOrd="0" presId="urn:microsoft.com/office/officeart/2018/2/layout/IconLabelList"/>
    <dgm:cxn modelId="{4EB284B0-DA82-4C90-A8EA-05B57FA18CA4}" type="presOf" srcId="{063AAC4E-7F6E-4F4D-B4A6-0075B81748F1}" destId="{BF865ECD-874F-40CF-BF69-86A58AF0F5F2}" srcOrd="0" destOrd="0" presId="urn:microsoft.com/office/officeart/2018/2/layout/IconLabelList"/>
    <dgm:cxn modelId="{6C833FB7-9395-4937-9CCB-02A37CB9A2DC}" srcId="{9E14F17A-8C57-4DC5-B49D-DBE2478F0A89}" destId="{9DD64202-A07E-4A52-8624-ACB2A89412BA}" srcOrd="2" destOrd="0" parTransId="{9F495B91-6C82-488C-97E4-208760A050BD}" sibTransId="{EBD33356-0363-4A2B-9727-13E828ABB563}"/>
    <dgm:cxn modelId="{5F1B732F-760D-47B1-A7E7-272C7FCBC3C9}" type="presParOf" srcId="{36F79923-DDD3-4B5C-BD0C-A76350495EF3}" destId="{FBD44061-AA21-431B-BC51-071185EA46F3}" srcOrd="0" destOrd="0" presId="urn:microsoft.com/office/officeart/2018/2/layout/IconLabelList"/>
    <dgm:cxn modelId="{AEC444EB-4054-4CF1-A063-D28F5E445F64}" type="presParOf" srcId="{FBD44061-AA21-431B-BC51-071185EA46F3}" destId="{DB7B443F-4398-49FE-917E-844DFD259CF8}" srcOrd="0" destOrd="0" presId="urn:microsoft.com/office/officeart/2018/2/layout/IconLabelList"/>
    <dgm:cxn modelId="{D7277A5F-DAF4-4381-B123-408905F7AAAE}" type="presParOf" srcId="{FBD44061-AA21-431B-BC51-071185EA46F3}" destId="{E7D43DCC-D9CD-4351-808F-57C9FFF3FDC2}" srcOrd="1" destOrd="0" presId="urn:microsoft.com/office/officeart/2018/2/layout/IconLabelList"/>
    <dgm:cxn modelId="{54A36C7D-EC6F-49CD-9CD5-EEBB8EF496BC}" type="presParOf" srcId="{FBD44061-AA21-431B-BC51-071185EA46F3}" destId="{8CF9752D-4DE3-4EF7-9FDB-84CE704440DB}" srcOrd="2" destOrd="0" presId="urn:microsoft.com/office/officeart/2018/2/layout/IconLabelList"/>
    <dgm:cxn modelId="{9E2336B9-15D6-4EED-AF0B-6D9094FEB99E}" type="presParOf" srcId="{36F79923-DDD3-4B5C-BD0C-A76350495EF3}" destId="{AC316D20-4DA7-4EBD-AE07-D74580F5F4A7}" srcOrd="1" destOrd="0" presId="urn:microsoft.com/office/officeart/2018/2/layout/IconLabelList"/>
    <dgm:cxn modelId="{FAA35E9F-2072-4A74-8FE2-2A8257F37F63}" type="presParOf" srcId="{36F79923-DDD3-4B5C-BD0C-A76350495EF3}" destId="{FC0991B0-17BA-4074-BA53-F032E2E47066}" srcOrd="2" destOrd="0" presId="urn:microsoft.com/office/officeart/2018/2/layout/IconLabelList"/>
    <dgm:cxn modelId="{B709516B-D413-42FA-B10C-444CC83359E2}" type="presParOf" srcId="{FC0991B0-17BA-4074-BA53-F032E2E47066}" destId="{C2CBF4C7-CD36-439A-859B-D9BD96F5D578}" srcOrd="0" destOrd="0" presId="urn:microsoft.com/office/officeart/2018/2/layout/IconLabelList"/>
    <dgm:cxn modelId="{C3596979-FE72-4617-BD31-96EB2AAC989D}" type="presParOf" srcId="{FC0991B0-17BA-4074-BA53-F032E2E47066}" destId="{EF31B5B6-4A3C-42AE-835D-93BFFDA082FF}" srcOrd="1" destOrd="0" presId="urn:microsoft.com/office/officeart/2018/2/layout/IconLabelList"/>
    <dgm:cxn modelId="{A37ABA1F-3B8F-450C-A6FB-B722037D9348}" type="presParOf" srcId="{FC0991B0-17BA-4074-BA53-F032E2E47066}" destId="{BF865ECD-874F-40CF-BF69-86A58AF0F5F2}" srcOrd="2" destOrd="0" presId="urn:microsoft.com/office/officeart/2018/2/layout/IconLabelList"/>
    <dgm:cxn modelId="{0868A7F0-EC1C-45DE-AAEE-CF311F8C0DCB}" type="presParOf" srcId="{36F79923-DDD3-4B5C-BD0C-A76350495EF3}" destId="{B48A713A-F0D3-4E6D-B956-BB3FBDEEE6BC}" srcOrd="3" destOrd="0" presId="urn:microsoft.com/office/officeart/2018/2/layout/IconLabelList"/>
    <dgm:cxn modelId="{7B50ED5E-DB45-4F34-A114-60C5F0F1DCCD}" type="presParOf" srcId="{36F79923-DDD3-4B5C-BD0C-A76350495EF3}" destId="{08F63AA1-5B86-42C9-AC64-1E4575F35CAD}" srcOrd="4" destOrd="0" presId="urn:microsoft.com/office/officeart/2018/2/layout/IconLabelList"/>
    <dgm:cxn modelId="{599FA639-9FD5-41B2-802E-5BAF37CD3593}" type="presParOf" srcId="{08F63AA1-5B86-42C9-AC64-1E4575F35CAD}" destId="{36286C9A-BEFC-4D4E-8DE8-95EDF4FBF27E}" srcOrd="0" destOrd="0" presId="urn:microsoft.com/office/officeart/2018/2/layout/IconLabelList"/>
    <dgm:cxn modelId="{12C1DF6D-4A4F-41F9-AEE6-AD014E09770B}" type="presParOf" srcId="{08F63AA1-5B86-42C9-AC64-1E4575F35CAD}" destId="{54D47F31-4173-43C8-AC27-054772F3D988}" srcOrd="1" destOrd="0" presId="urn:microsoft.com/office/officeart/2018/2/layout/IconLabelList"/>
    <dgm:cxn modelId="{3F5A3344-F245-4BAB-85D9-C7D221561245}" type="presParOf" srcId="{08F63AA1-5B86-42C9-AC64-1E4575F35CAD}" destId="{D51C9509-8CA0-4E6E-91C3-CB5EE1A87337}" srcOrd="2" destOrd="0" presId="urn:microsoft.com/office/officeart/2018/2/layout/IconLabelList"/>
    <dgm:cxn modelId="{0048ACE9-C316-4DF4-A542-DE0D205F619D}" type="presParOf" srcId="{36F79923-DDD3-4B5C-BD0C-A76350495EF3}" destId="{26EFD7E0-E3FB-4D5F-B0E2-C921C3FFA985}" srcOrd="5" destOrd="0" presId="urn:microsoft.com/office/officeart/2018/2/layout/IconLabelList"/>
    <dgm:cxn modelId="{3F21C6A9-C162-4F38-8809-82B3CC0B74FD}" type="presParOf" srcId="{36F79923-DDD3-4B5C-BD0C-A76350495EF3}" destId="{28DCE1D6-DF67-4F59-BEE1-3BDB800C54D8}" srcOrd="6" destOrd="0" presId="urn:microsoft.com/office/officeart/2018/2/layout/IconLabelList"/>
    <dgm:cxn modelId="{B6DA2401-2C9B-47C9-846C-74260B84148B}" type="presParOf" srcId="{28DCE1D6-DF67-4F59-BEE1-3BDB800C54D8}" destId="{CAB63CAD-29F1-4AA3-B8D5-53E2AB9106F9}" srcOrd="0" destOrd="0" presId="urn:microsoft.com/office/officeart/2018/2/layout/IconLabelList"/>
    <dgm:cxn modelId="{B3026AB3-E736-4EB7-A05D-47968204F033}" type="presParOf" srcId="{28DCE1D6-DF67-4F59-BEE1-3BDB800C54D8}" destId="{CBEC7257-86CC-4E62-933B-E05247EEC54E}" srcOrd="1" destOrd="0" presId="urn:microsoft.com/office/officeart/2018/2/layout/IconLabelList"/>
    <dgm:cxn modelId="{7E38395C-E147-463C-8BDE-98606E7C7F1F}" type="presParOf" srcId="{28DCE1D6-DF67-4F59-BEE1-3BDB800C54D8}" destId="{B3F65F22-ADA5-43BF-BEB1-700D86E5A1E9}" srcOrd="2" destOrd="0" presId="urn:microsoft.com/office/officeart/2018/2/layout/IconLabelList"/>
    <dgm:cxn modelId="{502890E2-DB72-41DE-8808-218534E374BE}" type="presParOf" srcId="{36F79923-DDD3-4B5C-BD0C-A76350495EF3}" destId="{3794F78C-4D2B-4DBA-9F2C-138A315C8CF6}" srcOrd="7" destOrd="0" presId="urn:microsoft.com/office/officeart/2018/2/layout/IconLabelList"/>
    <dgm:cxn modelId="{8E4328E7-9908-4148-BD96-9626E9FAA177}" type="presParOf" srcId="{36F79923-DDD3-4B5C-BD0C-A76350495EF3}" destId="{74AE2C93-3BEB-4778-B613-A7923A23578F}" srcOrd="8" destOrd="0" presId="urn:microsoft.com/office/officeart/2018/2/layout/IconLabelList"/>
    <dgm:cxn modelId="{DD7EA3C5-FAAE-428A-BD1D-CE2EC9C6E538}" type="presParOf" srcId="{74AE2C93-3BEB-4778-B613-A7923A23578F}" destId="{AE7F6A58-CB8E-4CAE-8038-789C23F1015B}" srcOrd="0" destOrd="0" presId="urn:microsoft.com/office/officeart/2018/2/layout/IconLabelList"/>
    <dgm:cxn modelId="{0A75F17C-A9E3-4573-9D10-93CA9EF66FE7}" type="presParOf" srcId="{74AE2C93-3BEB-4778-B613-A7923A23578F}" destId="{8F5D0C03-B957-4BB6-BBCD-BE3ABA748BFC}" srcOrd="1" destOrd="0" presId="urn:microsoft.com/office/officeart/2018/2/layout/IconLabelList"/>
    <dgm:cxn modelId="{44C0184D-55DC-4FBB-BF1B-0EDD2E4784DD}" type="presParOf" srcId="{74AE2C93-3BEB-4778-B613-A7923A23578F}" destId="{A5B64978-C7AA-4D7B-9085-00B01B1C23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49BBF-2497-43AE-81BA-DEC2E16A5882}">
      <dsp:nvSpPr>
        <dsp:cNvPr id="0" name=""/>
        <dsp:cNvSpPr/>
      </dsp:nvSpPr>
      <dsp:spPr>
        <a:xfrm>
          <a:off x="439702" y="226983"/>
          <a:ext cx="693720" cy="693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A7B92-2055-44A6-A83F-7833A601970E}">
      <dsp:nvSpPr>
        <dsp:cNvPr id="0" name=""/>
        <dsp:cNvSpPr/>
      </dsp:nvSpPr>
      <dsp:spPr>
        <a:xfrm>
          <a:off x="15761" y="1156619"/>
          <a:ext cx="1541601" cy="6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COVID-19 created the need for </a:t>
          </a:r>
          <a:r>
            <a:rPr lang="en-US" sz="1100" b="1" kern="1200"/>
            <a:t>fast, accessible, reliable</a:t>
          </a:r>
          <a:r>
            <a:rPr lang="en-US" sz="1100" kern="1200"/>
            <a:t> diagnostic tools.</a:t>
          </a:r>
        </a:p>
      </dsp:txBody>
      <dsp:txXfrm>
        <a:off x="15761" y="1156619"/>
        <a:ext cx="1541601" cy="616640"/>
      </dsp:txXfrm>
    </dsp:sp>
    <dsp:sp modelId="{6768BD81-5B7A-41F5-BDA0-B8C58D9E4D81}">
      <dsp:nvSpPr>
        <dsp:cNvPr id="0" name=""/>
        <dsp:cNvSpPr/>
      </dsp:nvSpPr>
      <dsp:spPr>
        <a:xfrm>
          <a:off x="2251084" y="226983"/>
          <a:ext cx="693720" cy="693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6D57D-9706-44ED-820D-3BD62F730E1B}">
      <dsp:nvSpPr>
        <dsp:cNvPr id="0" name=""/>
        <dsp:cNvSpPr/>
      </dsp:nvSpPr>
      <dsp:spPr>
        <a:xfrm>
          <a:off x="1827143" y="1156619"/>
          <a:ext cx="1541601" cy="6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RT-PCR is accurate but slow and resource-intensive.</a:t>
          </a:r>
        </a:p>
      </dsp:txBody>
      <dsp:txXfrm>
        <a:off x="1827143" y="1156619"/>
        <a:ext cx="1541601" cy="616640"/>
      </dsp:txXfrm>
    </dsp:sp>
    <dsp:sp modelId="{D2E84E40-EB70-4D97-84F8-B988F5369296}">
      <dsp:nvSpPr>
        <dsp:cNvPr id="0" name=""/>
        <dsp:cNvSpPr/>
      </dsp:nvSpPr>
      <dsp:spPr>
        <a:xfrm>
          <a:off x="4062465" y="226983"/>
          <a:ext cx="693720" cy="693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FE3F2-95B4-4D13-817A-5B6580C4BE14}">
      <dsp:nvSpPr>
        <dsp:cNvPr id="0" name=""/>
        <dsp:cNvSpPr/>
      </dsp:nvSpPr>
      <dsp:spPr>
        <a:xfrm>
          <a:off x="3638525" y="1156619"/>
          <a:ext cx="1541601" cy="6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Chest X-Ray is widely available and low-cost → ideal for quick triage.</a:t>
          </a:r>
        </a:p>
      </dsp:txBody>
      <dsp:txXfrm>
        <a:off x="3638525" y="1156619"/>
        <a:ext cx="1541601" cy="616640"/>
      </dsp:txXfrm>
    </dsp:sp>
    <dsp:sp modelId="{EFAEE4AD-0CA2-4882-A430-8A095FCB71C1}">
      <dsp:nvSpPr>
        <dsp:cNvPr id="0" name=""/>
        <dsp:cNvSpPr/>
      </dsp:nvSpPr>
      <dsp:spPr>
        <a:xfrm>
          <a:off x="1345393" y="2158660"/>
          <a:ext cx="693720" cy="693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0FB71-BA27-471A-9839-94B10823C2BE}">
      <dsp:nvSpPr>
        <dsp:cNvPr id="0" name=""/>
        <dsp:cNvSpPr/>
      </dsp:nvSpPr>
      <dsp:spPr>
        <a:xfrm>
          <a:off x="921452" y="3088296"/>
          <a:ext cx="1541601" cy="6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Deep Learning can identify subtle radiological patterns.</a:t>
          </a:r>
        </a:p>
      </dsp:txBody>
      <dsp:txXfrm>
        <a:off x="921452" y="3088296"/>
        <a:ext cx="1541601" cy="616640"/>
      </dsp:txXfrm>
    </dsp:sp>
    <dsp:sp modelId="{168D143D-6936-483A-B1B6-4CBE4458B59F}">
      <dsp:nvSpPr>
        <dsp:cNvPr id="0" name=""/>
        <dsp:cNvSpPr/>
      </dsp:nvSpPr>
      <dsp:spPr>
        <a:xfrm>
          <a:off x="3156775" y="2158660"/>
          <a:ext cx="693720" cy="6937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161F2-C82C-4764-88FB-9E4FAC01D786}">
      <dsp:nvSpPr>
        <dsp:cNvPr id="0" name=""/>
        <dsp:cNvSpPr/>
      </dsp:nvSpPr>
      <dsp:spPr>
        <a:xfrm>
          <a:off x="2732834" y="3088296"/>
          <a:ext cx="1541601" cy="6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Supports </a:t>
          </a:r>
          <a:r>
            <a:rPr lang="en-US" sz="1100" b="1" kern="1200"/>
            <a:t>Health &amp; Wellness</a:t>
          </a:r>
          <a:r>
            <a:rPr lang="en-US" sz="1100" kern="1200"/>
            <a:t> by improving early detection.</a:t>
          </a:r>
        </a:p>
      </dsp:txBody>
      <dsp:txXfrm>
        <a:off x="2732834" y="3088296"/>
        <a:ext cx="1541601" cy="61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FA7A2-A79D-40C3-91D4-4D97F8828549}">
      <dsp:nvSpPr>
        <dsp:cNvPr id="0" name=""/>
        <dsp:cNvSpPr/>
      </dsp:nvSpPr>
      <dsp:spPr>
        <a:xfrm>
          <a:off x="0" y="67365"/>
          <a:ext cx="6581776" cy="5384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aim to classify chest X-rays into four classes:</a:t>
          </a:r>
        </a:p>
      </dsp:txBody>
      <dsp:txXfrm>
        <a:off x="26284" y="93649"/>
        <a:ext cx="6529208" cy="485860"/>
      </dsp:txXfrm>
    </dsp:sp>
    <dsp:sp modelId="{0D539595-7080-4094-8ADF-A6AA03CB292E}">
      <dsp:nvSpPr>
        <dsp:cNvPr id="0" name=""/>
        <dsp:cNvSpPr/>
      </dsp:nvSpPr>
      <dsp:spPr>
        <a:xfrm>
          <a:off x="0" y="646114"/>
          <a:ext cx="6581776" cy="538428"/>
        </a:xfrm>
        <a:prstGeom prst="roundRect">
          <a:avLst/>
        </a:prstGeom>
        <a:solidFill>
          <a:schemeClr val="accent2">
            <a:hueOff val="-58173"/>
            <a:satOff val="-499"/>
            <a:lumOff val="-33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COVID-19</a:t>
          </a:r>
        </a:p>
      </dsp:txBody>
      <dsp:txXfrm>
        <a:off x="26284" y="672398"/>
        <a:ext cx="6529208" cy="485860"/>
      </dsp:txXfrm>
    </dsp:sp>
    <dsp:sp modelId="{2A366EF8-6076-4FC3-9FAD-56051570A599}">
      <dsp:nvSpPr>
        <dsp:cNvPr id="0" name=""/>
        <dsp:cNvSpPr/>
      </dsp:nvSpPr>
      <dsp:spPr>
        <a:xfrm>
          <a:off x="0" y="1224862"/>
          <a:ext cx="6581776" cy="538428"/>
        </a:xfrm>
        <a:prstGeom prst="roundRect">
          <a:avLst/>
        </a:prstGeom>
        <a:solidFill>
          <a:schemeClr val="accent2">
            <a:hueOff val="-116347"/>
            <a:satOff val="-997"/>
            <a:lumOff val="-66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Lung Opacity (Pneumonia)</a:t>
          </a:r>
        </a:p>
      </dsp:txBody>
      <dsp:txXfrm>
        <a:off x="26284" y="1251146"/>
        <a:ext cx="6529208" cy="485860"/>
      </dsp:txXfrm>
    </dsp:sp>
    <dsp:sp modelId="{E3DEA9CA-5519-4E72-B5BD-E2BF02505DF9}">
      <dsp:nvSpPr>
        <dsp:cNvPr id="0" name=""/>
        <dsp:cNvSpPr/>
      </dsp:nvSpPr>
      <dsp:spPr>
        <a:xfrm>
          <a:off x="0" y="1803611"/>
          <a:ext cx="6581776" cy="538428"/>
        </a:xfrm>
        <a:prstGeom prst="roundRect">
          <a:avLst/>
        </a:prstGeom>
        <a:solidFill>
          <a:schemeClr val="accent2">
            <a:hueOff val="-174520"/>
            <a:satOff val="-1496"/>
            <a:lumOff val="-99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Normal</a:t>
          </a:r>
        </a:p>
      </dsp:txBody>
      <dsp:txXfrm>
        <a:off x="26284" y="1829895"/>
        <a:ext cx="6529208" cy="485860"/>
      </dsp:txXfrm>
    </dsp:sp>
    <dsp:sp modelId="{13C59F85-8BC7-4EE4-8B95-CC41888B5D82}">
      <dsp:nvSpPr>
        <dsp:cNvPr id="0" name=""/>
        <dsp:cNvSpPr/>
      </dsp:nvSpPr>
      <dsp:spPr>
        <a:xfrm>
          <a:off x="0" y="2382360"/>
          <a:ext cx="6581776" cy="538428"/>
        </a:xfrm>
        <a:prstGeom prst="roundRect">
          <a:avLst/>
        </a:prstGeom>
        <a:solidFill>
          <a:schemeClr val="accent2">
            <a:hueOff val="-232693"/>
            <a:satOff val="-1994"/>
            <a:lumOff val="-132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Viral Pneumonia</a:t>
          </a:r>
        </a:p>
      </dsp:txBody>
      <dsp:txXfrm>
        <a:off x="26284" y="2408644"/>
        <a:ext cx="6529208" cy="485860"/>
      </dsp:txXfrm>
    </dsp:sp>
    <dsp:sp modelId="{4E1E849F-EA8B-4EA1-BA23-5933EF849481}">
      <dsp:nvSpPr>
        <dsp:cNvPr id="0" name=""/>
        <dsp:cNvSpPr/>
      </dsp:nvSpPr>
      <dsp:spPr>
        <a:xfrm>
          <a:off x="0" y="2961108"/>
          <a:ext cx="6581776" cy="538428"/>
        </a:xfrm>
        <a:prstGeom prst="roundRect">
          <a:avLst/>
        </a:prstGeom>
        <a:solidFill>
          <a:schemeClr val="accent2">
            <a:hueOff val="-290866"/>
            <a:satOff val="-2493"/>
            <a:lumOff val="-165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Two goals:</a:t>
          </a:r>
          <a:endParaRPr lang="en-US" sz="1400" kern="1200"/>
        </a:p>
      </dsp:txBody>
      <dsp:txXfrm>
        <a:off x="26284" y="2987392"/>
        <a:ext cx="6529208" cy="485860"/>
      </dsp:txXfrm>
    </dsp:sp>
    <dsp:sp modelId="{F5DF60AE-C89E-42A7-A92D-8C5B9109A1AC}">
      <dsp:nvSpPr>
        <dsp:cNvPr id="0" name=""/>
        <dsp:cNvSpPr/>
      </dsp:nvSpPr>
      <dsp:spPr>
        <a:xfrm>
          <a:off x="0" y="3539857"/>
          <a:ext cx="6581776" cy="538428"/>
        </a:xfrm>
        <a:prstGeom prst="roundRect">
          <a:avLst/>
        </a:prstGeom>
        <a:solidFill>
          <a:schemeClr val="accent2">
            <a:hueOff val="-349040"/>
            <a:satOff val="-2991"/>
            <a:lumOff val="-198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Reproduce a 2022 deep learning paper (EfficientNetB1).</a:t>
          </a:r>
        </a:p>
      </dsp:txBody>
      <dsp:txXfrm>
        <a:off x="26284" y="3566141"/>
        <a:ext cx="6529208" cy="485860"/>
      </dsp:txXfrm>
    </dsp:sp>
    <dsp:sp modelId="{A6B7A7EC-64F1-49ED-9C7E-46EEDBCD85BD}">
      <dsp:nvSpPr>
        <dsp:cNvPr id="0" name=""/>
        <dsp:cNvSpPr/>
      </dsp:nvSpPr>
      <dsp:spPr>
        <a:xfrm>
          <a:off x="0" y="4118605"/>
          <a:ext cx="6581776" cy="538428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Improve the model using </a:t>
          </a:r>
          <a:r>
            <a:rPr lang="en-US" sz="1400" b="1" kern="1200"/>
            <a:t>Focal Loss + Strong Augmentation</a:t>
          </a:r>
          <a:r>
            <a:rPr lang="en-US" sz="1400" kern="1200"/>
            <a:t> to boost minority-class performance.</a:t>
          </a:r>
        </a:p>
      </dsp:txBody>
      <dsp:txXfrm>
        <a:off x="26284" y="4144889"/>
        <a:ext cx="6529208" cy="485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39F9F-62E3-4F93-91C9-C0B8A36CB994}">
      <dsp:nvSpPr>
        <dsp:cNvPr id="0" name=""/>
        <dsp:cNvSpPr/>
      </dsp:nvSpPr>
      <dsp:spPr>
        <a:xfrm>
          <a:off x="0" y="469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8098C-9487-4C86-8BF3-06B8A3EB4462}">
      <dsp:nvSpPr>
        <dsp:cNvPr id="0" name=""/>
        <dsp:cNvSpPr/>
      </dsp:nvSpPr>
      <dsp:spPr>
        <a:xfrm>
          <a:off x="195669" y="146009"/>
          <a:ext cx="355763" cy="3557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FBA94-5FBB-471A-9A5F-CA3FF6E6C3DC}">
      <dsp:nvSpPr>
        <dsp:cNvPr id="0" name=""/>
        <dsp:cNvSpPr/>
      </dsp:nvSpPr>
      <dsp:spPr>
        <a:xfrm>
          <a:off x="747102" y="469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Paper:</a:t>
          </a:r>
          <a:r>
            <a:rPr lang="en-US" sz="1500" kern="1200"/>
            <a:t> “Chest X-Ray Classification for the Detection of COVID-19 Using Deep Learning Techniques” (Sensors, 2022)</a:t>
          </a:r>
        </a:p>
      </dsp:txBody>
      <dsp:txXfrm>
        <a:off x="747102" y="469"/>
        <a:ext cx="5424845" cy="646842"/>
      </dsp:txXfrm>
    </dsp:sp>
    <dsp:sp modelId="{2716AE97-5951-4874-8134-9657E4991751}">
      <dsp:nvSpPr>
        <dsp:cNvPr id="0" name=""/>
        <dsp:cNvSpPr/>
      </dsp:nvSpPr>
      <dsp:spPr>
        <a:xfrm>
          <a:off x="0" y="809022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2DADC-F62A-4ADE-B15C-2EF251DB5E92}">
      <dsp:nvSpPr>
        <dsp:cNvPr id="0" name=""/>
        <dsp:cNvSpPr/>
      </dsp:nvSpPr>
      <dsp:spPr>
        <a:xfrm>
          <a:off x="195669" y="954562"/>
          <a:ext cx="355763" cy="3557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EB07F-B9F9-48DD-A7F9-935513D295FE}">
      <dsp:nvSpPr>
        <dsp:cNvPr id="0" name=""/>
        <dsp:cNvSpPr/>
      </dsp:nvSpPr>
      <dsp:spPr>
        <a:xfrm>
          <a:off x="747102" y="809022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Compared EfficientNetB1, NasNetMobile, MobileNetV2</a:t>
          </a:r>
        </a:p>
      </dsp:txBody>
      <dsp:txXfrm>
        <a:off x="747102" y="809022"/>
        <a:ext cx="5424845" cy="646842"/>
      </dsp:txXfrm>
    </dsp:sp>
    <dsp:sp modelId="{B4E0D227-DC38-4C0E-8000-6B3357C2CED8}">
      <dsp:nvSpPr>
        <dsp:cNvPr id="0" name=""/>
        <dsp:cNvSpPr/>
      </dsp:nvSpPr>
      <dsp:spPr>
        <a:xfrm>
          <a:off x="0" y="1617575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D790A-37B7-4FC7-AA73-A9589CF14D71}">
      <dsp:nvSpPr>
        <dsp:cNvPr id="0" name=""/>
        <dsp:cNvSpPr/>
      </dsp:nvSpPr>
      <dsp:spPr>
        <a:xfrm>
          <a:off x="195669" y="1763115"/>
          <a:ext cx="355763" cy="3557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1151D-347D-4C38-B638-B858A5E82B40}">
      <dsp:nvSpPr>
        <dsp:cNvPr id="0" name=""/>
        <dsp:cNvSpPr/>
      </dsp:nvSpPr>
      <dsp:spPr>
        <a:xfrm>
          <a:off x="747102" y="1617575"/>
          <a:ext cx="2777376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Two strategies:</a:t>
          </a:r>
        </a:p>
      </dsp:txBody>
      <dsp:txXfrm>
        <a:off x="747102" y="1617575"/>
        <a:ext cx="2777376" cy="646842"/>
      </dsp:txXfrm>
    </dsp:sp>
    <dsp:sp modelId="{5A3656A6-1140-47AF-9863-110887AFE343}">
      <dsp:nvSpPr>
        <dsp:cNvPr id="0" name=""/>
        <dsp:cNvSpPr/>
      </dsp:nvSpPr>
      <dsp:spPr>
        <a:xfrm>
          <a:off x="3524479" y="1617575"/>
          <a:ext cx="2647468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 I – Basic classifier head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 II – BN + L2 + Dropout</a:t>
          </a:r>
        </a:p>
      </dsp:txBody>
      <dsp:txXfrm>
        <a:off x="3524479" y="1617575"/>
        <a:ext cx="2647468" cy="646842"/>
      </dsp:txXfrm>
    </dsp:sp>
    <dsp:sp modelId="{940B9178-5A8A-48CF-9C6D-625B8D342A78}">
      <dsp:nvSpPr>
        <dsp:cNvPr id="0" name=""/>
        <dsp:cNvSpPr/>
      </dsp:nvSpPr>
      <dsp:spPr>
        <a:xfrm>
          <a:off x="0" y="2426128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788F1-FB09-43C7-A7D6-F2060450730D}">
      <dsp:nvSpPr>
        <dsp:cNvPr id="0" name=""/>
        <dsp:cNvSpPr/>
      </dsp:nvSpPr>
      <dsp:spPr>
        <a:xfrm>
          <a:off x="195669" y="2571668"/>
          <a:ext cx="355763" cy="3557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74BF8-3F8F-41A3-8345-EF31914C4D68}">
      <dsp:nvSpPr>
        <dsp:cNvPr id="0" name=""/>
        <dsp:cNvSpPr/>
      </dsp:nvSpPr>
      <dsp:spPr>
        <a:xfrm>
          <a:off x="747102" y="2426128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EfficientNetB1 (Strategy II) achieved </a:t>
          </a:r>
          <a:r>
            <a:rPr lang="en-US" sz="1500" b="1" kern="1200"/>
            <a:t>~96% accuracy</a:t>
          </a:r>
          <a:endParaRPr lang="en-US" sz="1500" kern="1200"/>
        </a:p>
      </dsp:txBody>
      <dsp:txXfrm>
        <a:off x="747102" y="2426128"/>
        <a:ext cx="5424845" cy="646842"/>
      </dsp:txXfrm>
    </dsp:sp>
    <dsp:sp modelId="{51D9207F-690D-4299-AC64-2BA829C82C75}">
      <dsp:nvSpPr>
        <dsp:cNvPr id="0" name=""/>
        <dsp:cNvSpPr/>
      </dsp:nvSpPr>
      <dsp:spPr>
        <a:xfrm>
          <a:off x="0" y="3234681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8E8ED-028B-4116-A5B7-4919DD54BAB1}">
      <dsp:nvSpPr>
        <dsp:cNvPr id="0" name=""/>
        <dsp:cNvSpPr/>
      </dsp:nvSpPr>
      <dsp:spPr>
        <a:xfrm>
          <a:off x="195669" y="3380221"/>
          <a:ext cx="355763" cy="3557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A1856-E7B3-4502-A1FD-22400618FEC3}">
      <dsp:nvSpPr>
        <dsp:cNvPr id="0" name=""/>
        <dsp:cNvSpPr/>
      </dsp:nvSpPr>
      <dsp:spPr>
        <a:xfrm>
          <a:off x="747102" y="3234681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Features:</a:t>
          </a:r>
          <a:endParaRPr lang="en-US" sz="1500" kern="1200"/>
        </a:p>
      </dsp:txBody>
      <dsp:txXfrm>
        <a:off x="747102" y="3234681"/>
        <a:ext cx="5424845" cy="646842"/>
      </dsp:txXfrm>
    </dsp:sp>
    <dsp:sp modelId="{125105DB-0F90-49AD-A43E-C61ADDBF96F7}">
      <dsp:nvSpPr>
        <dsp:cNvPr id="0" name=""/>
        <dsp:cNvSpPr/>
      </dsp:nvSpPr>
      <dsp:spPr>
        <a:xfrm>
          <a:off x="0" y="4043234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365C0-0741-40E3-8937-AEB6C0090516}">
      <dsp:nvSpPr>
        <dsp:cNvPr id="0" name=""/>
        <dsp:cNvSpPr/>
      </dsp:nvSpPr>
      <dsp:spPr>
        <a:xfrm>
          <a:off x="195669" y="4188774"/>
          <a:ext cx="355763" cy="3557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2C185-8BA7-4A6B-B0D3-CECC592AFA42}">
      <dsp:nvSpPr>
        <dsp:cNvPr id="0" name=""/>
        <dsp:cNvSpPr/>
      </dsp:nvSpPr>
      <dsp:spPr>
        <a:xfrm>
          <a:off x="747102" y="4043234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of strong regularization</a:t>
          </a:r>
        </a:p>
      </dsp:txBody>
      <dsp:txXfrm>
        <a:off x="747102" y="4043234"/>
        <a:ext cx="5424845" cy="646842"/>
      </dsp:txXfrm>
    </dsp:sp>
    <dsp:sp modelId="{7274520E-1657-4E85-939F-F5A949FAE181}">
      <dsp:nvSpPr>
        <dsp:cNvPr id="0" name=""/>
        <dsp:cNvSpPr/>
      </dsp:nvSpPr>
      <dsp:spPr>
        <a:xfrm>
          <a:off x="0" y="4851787"/>
          <a:ext cx="6171948" cy="6468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9B331-D74F-4F4C-B134-6013C2BA6F64}">
      <dsp:nvSpPr>
        <dsp:cNvPr id="0" name=""/>
        <dsp:cNvSpPr/>
      </dsp:nvSpPr>
      <dsp:spPr>
        <a:xfrm>
          <a:off x="195669" y="4997327"/>
          <a:ext cx="355763" cy="35576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CC67F-7264-4996-B7A6-06E384FF32E8}">
      <dsp:nvSpPr>
        <dsp:cNvPr id="0" name=""/>
        <dsp:cNvSpPr/>
      </dsp:nvSpPr>
      <dsp:spPr>
        <a:xfrm>
          <a:off x="747102" y="4851787"/>
          <a:ext cx="5424845" cy="6468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457" tIns="68457" rIns="68457" bIns="6845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Transfer learning on medical images</a:t>
          </a:r>
        </a:p>
      </dsp:txBody>
      <dsp:txXfrm>
        <a:off x="747102" y="4851787"/>
        <a:ext cx="5424845" cy="6468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443F-4398-49FE-917E-844DFD259CF8}">
      <dsp:nvSpPr>
        <dsp:cNvPr id="0" name=""/>
        <dsp:cNvSpPr/>
      </dsp:nvSpPr>
      <dsp:spPr>
        <a:xfrm>
          <a:off x="710905" y="96996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9752D-4DE3-4EF7-9FDB-84CE704440DB}">
      <dsp:nvSpPr>
        <dsp:cNvPr id="0" name=""/>
        <dsp:cNvSpPr/>
      </dsp:nvSpPr>
      <dsp:spPr>
        <a:xfrm>
          <a:off x="215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External validation on multi-hospital datasets</a:t>
          </a:r>
          <a:endParaRPr lang="en-US" sz="1700" kern="1200"/>
        </a:p>
      </dsp:txBody>
      <dsp:txXfrm>
        <a:off x="215905" y="2050180"/>
        <a:ext cx="1800000" cy="720000"/>
      </dsp:txXfrm>
    </dsp:sp>
    <dsp:sp modelId="{C2CBF4C7-CD36-439A-859B-D9BD96F5D578}">
      <dsp:nvSpPr>
        <dsp:cNvPr id="0" name=""/>
        <dsp:cNvSpPr/>
      </dsp:nvSpPr>
      <dsp:spPr>
        <a:xfrm>
          <a:off x="2825905" y="96996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65ECD-874F-40CF-BF69-86A58AF0F5F2}">
      <dsp:nvSpPr>
        <dsp:cNvPr id="0" name=""/>
        <dsp:cNvSpPr/>
      </dsp:nvSpPr>
      <dsp:spPr>
        <a:xfrm>
          <a:off x="2330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Interpretability tools (Grad-CAM, saliency maps)</a:t>
          </a:r>
          <a:endParaRPr lang="en-US" sz="1700" kern="1200"/>
        </a:p>
      </dsp:txBody>
      <dsp:txXfrm>
        <a:off x="2330905" y="2050180"/>
        <a:ext cx="1800000" cy="720000"/>
      </dsp:txXfrm>
    </dsp:sp>
    <dsp:sp modelId="{36286C9A-BEFC-4D4E-8DE8-95EDF4FBF27E}">
      <dsp:nvSpPr>
        <dsp:cNvPr id="0" name=""/>
        <dsp:cNvSpPr/>
      </dsp:nvSpPr>
      <dsp:spPr>
        <a:xfrm>
          <a:off x="4940905" y="96996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C9509-8CA0-4E6E-91C3-CB5EE1A87337}">
      <dsp:nvSpPr>
        <dsp:cNvPr id="0" name=""/>
        <dsp:cNvSpPr/>
      </dsp:nvSpPr>
      <dsp:spPr>
        <a:xfrm>
          <a:off x="4445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Deploy lightweight versions for clinics or mobile devices</a:t>
          </a:r>
          <a:endParaRPr lang="en-US" sz="1700" kern="1200"/>
        </a:p>
      </dsp:txBody>
      <dsp:txXfrm>
        <a:off x="4445905" y="2050180"/>
        <a:ext cx="1800000" cy="720000"/>
      </dsp:txXfrm>
    </dsp:sp>
    <dsp:sp modelId="{CAB63CAD-29F1-4AA3-B8D5-53E2AB9106F9}">
      <dsp:nvSpPr>
        <dsp:cNvPr id="0" name=""/>
        <dsp:cNvSpPr/>
      </dsp:nvSpPr>
      <dsp:spPr>
        <a:xfrm>
          <a:off x="7055906" y="96996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65F22-ADA5-43BF-BEB1-700D86E5A1E9}">
      <dsp:nvSpPr>
        <dsp:cNvPr id="0" name=""/>
        <dsp:cNvSpPr/>
      </dsp:nvSpPr>
      <dsp:spPr>
        <a:xfrm>
          <a:off x="6560905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Multi-label classification (co-existing diseases)</a:t>
          </a:r>
          <a:endParaRPr lang="en-US" sz="1700" kern="1200"/>
        </a:p>
      </dsp:txBody>
      <dsp:txXfrm>
        <a:off x="6560905" y="2050180"/>
        <a:ext cx="1800000" cy="720000"/>
      </dsp:txXfrm>
    </dsp:sp>
    <dsp:sp modelId="{AE7F6A58-CB8E-4CAE-8038-789C23F1015B}">
      <dsp:nvSpPr>
        <dsp:cNvPr id="0" name=""/>
        <dsp:cNvSpPr/>
      </dsp:nvSpPr>
      <dsp:spPr>
        <a:xfrm>
          <a:off x="9170906" y="96996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64978-C7AA-4D7B-9085-00B01B1C2396}">
      <dsp:nvSpPr>
        <dsp:cNvPr id="0" name=""/>
        <dsp:cNvSpPr/>
      </dsp:nvSpPr>
      <dsp:spPr>
        <a:xfrm>
          <a:off x="8675906" y="20501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Integration with real healthcare systems (triage AI)</a:t>
          </a:r>
          <a:endParaRPr lang="en-US" sz="1700" kern="1200"/>
        </a:p>
      </dsp:txBody>
      <dsp:txXfrm>
        <a:off x="8675906" y="205018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0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9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4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7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6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4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4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1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2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3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4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3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43EC6-34F0-0701-579A-906550E56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/>
              <a:t>Deep Learning for COVID-19 Detection Using Chest X-Ray Images</a:t>
            </a:r>
            <a:br>
              <a:rPr lang="en-US" sz="2200" dirty="0"/>
            </a:br>
            <a:r>
              <a:rPr lang="en-US" sz="2200" dirty="0"/>
              <a:t>EfficientNetB1 Reproduction &amp; Enhancement Using Focal Loss</a:t>
            </a:r>
            <a:br>
              <a:rPr lang="en-US" sz="2200" dirty="0"/>
            </a:br>
            <a:r>
              <a:rPr lang="en-US" sz="2200" b="1" dirty="0"/>
              <a:t>Health &amp; Wellness — AI &amp; Deep Learning Project</a:t>
            </a:r>
            <a:br>
              <a:rPr lang="en-US" sz="2200" dirty="0"/>
            </a:br>
            <a:br>
              <a:rPr lang="en-US" sz="2200" dirty="0"/>
            </a:br>
            <a:endParaRPr lang="en-AE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48E44-5872-B728-956A-D2AB5E41F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b="1" dirty="0"/>
              <a:t>Presented by:</a:t>
            </a:r>
            <a:r>
              <a:rPr lang="en-US" dirty="0"/>
              <a:t> </a:t>
            </a:r>
            <a:r>
              <a:rPr lang="en-US" i="1" dirty="0"/>
              <a:t>[Group Names]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November 25, 2025</a:t>
            </a:r>
            <a:endParaRPr lang="en-AE" dirty="0"/>
          </a:p>
        </p:txBody>
      </p:sp>
      <p:pic>
        <p:nvPicPr>
          <p:cNvPr id="4" name="Picture 3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13B5D68D-9874-2586-6FA9-09B7E5C3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67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53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47533-340E-3767-B1FB-9BE3C9FF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b="1" dirty="0"/>
              <a:t>Motivation</a:t>
            </a:r>
            <a:endParaRPr lang="en-AE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x-ray of a person's chest">
            <a:extLst>
              <a:ext uri="{FF2B5EF4-FFF2-40B4-BE49-F238E27FC236}">
                <a16:creationId xmlns:a16="http://schemas.microsoft.com/office/drawing/2014/main" id="{880E4FCC-28C1-3CDE-BFAF-ACD886A9A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0"/>
          <a:stretch>
            <a:fillRect/>
          </a:stretch>
        </p:blipFill>
        <p:spPr>
          <a:xfrm>
            <a:off x="6420752" y="731520"/>
            <a:ext cx="5055865" cy="542239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4E4108-9AE2-6530-45B7-63CE337A9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087935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870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B0A23-B9C2-2545-CF87-96E46860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lang="en-A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F56512-F91F-0FD6-81F1-5AFECF48E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876579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962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DF258-8593-0FEF-1F19-5AD76D30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en-US" dirty="0"/>
              <a:t>Dataset</a:t>
            </a:r>
            <a:endParaRPr lang="en-AE" dirty="0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31669CEC-B843-0227-7AE7-81A8D14D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00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03AC7-71C1-2CBA-B5AF-4F8BA237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b="1"/>
              <a:t>COVID-19 Radiography Database (Kaggle)</a:t>
            </a:r>
            <a:endParaRPr lang="en-US" sz="1500"/>
          </a:p>
          <a:p>
            <a:pPr>
              <a:lnSpc>
                <a:spcPct val="100000"/>
              </a:lnSpc>
            </a:pPr>
            <a:r>
              <a:rPr lang="en-US" sz="1500"/>
              <a:t>Total images: ~21,000+</a:t>
            </a:r>
          </a:p>
          <a:p>
            <a:pPr>
              <a:lnSpc>
                <a:spcPct val="100000"/>
              </a:lnSpc>
            </a:pPr>
            <a:r>
              <a:rPr lang="en-US" sz="1500"/>
              <a:t>Four classes: COVID-19, Lung Opacity, Normal, Viral Pneumonia</a:t>
            </a:r>
          </a:p>
          <a:p>
            <a:pPr>
              <a:lnSpc>
                <a:spcPct val="100000"/>
              </a:lnSpc>
            </a:pPr>
            <a:r>
              <a:rPr lang="en-US" sz="1500"/>
              <a:t>Preprocessing: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Resize to 240×240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Normalization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Train/Val/Test = 70% / 20% / 10%</a:t>
            </a:r>
          </a:p>
          <a:p>
            <a:pPr>
              <a:lnSpc>
                <a:spcPct val="100000"/>
              </a:lnSpc>
            </a:pPr>
            <a:r>
              <a:rPr lang="en-US" sz="1500" b="1"/>
              <a:t>Images originate from multiple global hospitals.</a:t>
            </a:r>
            <a:endParaRPr lang="en-US" sz="1500"/>
          </a:p>
          <a:p>
            <a:pPr>
              <a:lnSpc>
                <a:spcPct val="100000"/>
              </a:lnSpc>
            </a:pPr>
            <a:endParaRPr lang="en-AE" sz="15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73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1F57D-B0C5-EF2D-5832-D6B9ED63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Augmentation Grid</a:t>
            </a:r>
            <a:endParaRPr lang="en-US"/>
          </a:p>
        </p:txBody>
      </p:sp>
      <p:pic>
        <p:nvPicPr>
          <p:cNvPr id="5" name="Content Placeholder 4" descr="A screenshot of a black and white gradient&#10;&#10;AI-generated content may be incorrect.">
            <a:extLst>
              <a:ext uri="{FF2B5EF4-FFF2-40B4-BE49-F238E27FC236}">
                <a16:creationId xmlns:a16="http://schemas.microsoft.com/office/drawing/2014/main" id="{DA32C900-BEB0-32DD-C865-C5C75A771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81" y="406400"/>
            <a:ext cx="7344838" cy="519647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86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74752-C510-EAE2-DC14-90B73019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Paper Summary</a:t>
            </a:r>
            <a:endParaRPr lang="en-A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D8DAF9-5784-CA94-09E7-F2D8DEC70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14379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182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D3574-2C07-E82E-5E88-D23CCE78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b="1" dirty="0"/>
              <a:t>Critical Review of the Paper</a:t>
            </a:r>
            <a:br>
              <a:rPr lang="en-US" b="1" dirty="0"/>
            </a:br>
            <a:endParaRPr lang="en-AE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1C2D75D-C462-E0C5-89C0-71AF10A12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2EBC-D8AC-2D88-789E-06FC069B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✔ Strengths:</a:t>
            </a:r>
          </a:p>
          <a:p>
            <a:r>
              <a:rPr lang="en-US" dirty="0"/>
              <a:t>Clear experiment structure</a:t>
            </a:r>
          </a:p>
          <a:p>
            <a:r>
              <a:rPr lang="en-US" dirty="0"/>
              <a:t>Strong evaluation metrics</a:t>
            </a:r>
          </a:p>
          <a:p>
            <a:r>
              <a:rPr lang="en-US" dirty="0"/>
              <a:t>Well-designed regularization strategy</a:t>
            </a:r>
          </a:p>
          <a:p>
            <a:r>
              <a:rPr lang="en-US" dirty="0"/>
              <a:t>Good benchmark comparison</a:t>
            </a:r>
          </a:p>
          <a:p>
            <a:pPr marL="0" indent="0">
              <a:buNone/>
            </a:pPr>
            <a:r>
              <a:rPr lang="en-US" b="1" dirty="0"/>
              <a:t>✖ Limitations:</a:t>
            </a:r>
          </a:p>
          <a:p>
            <a:r>
              <a:rPr lang="en-US" dirty="0"/>
              <a:t>No external validation</a:t>
            </a:r>
          </a:p>
          <a:p>
            <a:r>
              <a:rPr lang="en-US" dirty="0"/>
              <a:t>Class imbalance minimally addressed</a:t>
            </a:r>
          </a:p>
          <a:p>
            <a:r>
              <a:rPr lang="en-US" dirty="0"/>
              <a:t>No interpretability (Grad-CAM)</a:t>
            </a:r>
          </a:p>
          <a:p>
            <a:r>
              <a:rPr lang="en-US" dirty="0"/>
              <a:t>No inference or deployment analysis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913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BD6AC-A764-F655-1B9E-56FA6BCE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dirty="0"/>
              <a:t>Our Research Question</a:t>
            </a:r>
            <a:endParaRPr lang="en-AE" dirty="0"/>
          </a:p>
        </p:txBody>
      </p:sp>
      <p:pic>
        <p:nvPicPr>
          <p:cNvPr id="5" name="Picture 4" descr="Person using microscope">
            <a:extLst>
              <a:ext uri="{FF2B5EF4-FFF2-40B4-BE49-F238E27FC236}">
                <a16:creationId xmlns:a16="http://schemas.microsoft.com/office/drawing/2014/main" id="{1E5389F1-A776-7085-8493-10D7A5DA3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58" r="38211" b="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C58E2-1C55-BA67-6CEE-EE1750F88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RQ:</a:t>
            </a:r>
            <a:r>
              <a:rPr lang="en-US" dirty="0"/>
              <a:t> Does class-balanced focal loss + strong augmentation improve minority-class (COVID-19) detection compared to cross-entropy?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Motivation:</a:t>
            </a:r>
          </a:p>
          <a:p>
            <a:pPr>
              <a:lnSpc>
                <a:spcPct val="100000"/>
              </a:lnSpc>
            </a:pPr>
            <a:r>
              <a:rPr lang="en-US" dirty="0"/>
              <a:t>COVID-19 images are the </a:t>
            </a:r>
            <a:r>
              <a:rPr lang="en-US" b="1" dirty="0"/>
              <a:t>minority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Cross-entropy treats all classes equally</a:t>
            </a:r>
          </a:p>
          <a:p>
            <a:pPr>
              <a:lnSpc>
                <a:spcPct val="100000"/>
              </a:lnSpc>
            </a:pPr>
            <a:r>
              <a:rPr lang="en-US" dirty="0"/>
              <a:t>Focal loss emphasizes </a:t>
            </a:r>
            <a:r>
              <a:rPr lang="en-US" b="1" dirty="0"/>
              <a:t>hard / rare samples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Strong augmentation improves model robustness</a:t>
            </a:r>
          </a:p>
        </p:txBody>
      </p:sp>
    </p:spTree>
    <p:extLst>
      <p:ext uri="{BB962C8B-B14F-4D97-AF65-F5344CB8AC3E}">
        <p14:creationId xmlns:p14="http://schemas.microsoft.com/office/powerpoint/2010/main" val="1043886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4DBC-3955-2E35-1C78-58572D4C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dirty="0"/>
              <a:t>Baseline Model</a:t>
            </a:r>
            <a:endParaRPr lang="en-AE" dirty="0"/>
          </a:p>
        </p:txBody>
      </p:sp>
      <p:pic>
        <p:nvPicPr>
          <p:cNvPr id="7" name="Graphic 6" descr="Share With Person">
            <a:extLst>
              <a:ext uri="{FF2B5EF4-FFF2-40B4-BE49-F238E27FC236}">
                <a16:creationId xmlns:a16="http://schemas.microsoft.com/office/drawing/2014/main" id="{5E1F8A65-84FE-8D2C-1971-6192FDB7E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1EE5-2D6A-D6B8-4A19-C9E35FFA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EfficientNetB1 + Strategy II (Reproduction)</a:t>
            </a:r>
            <a:endParaRPr lang="en-US" dirty="0"/>
          </a:p>
          <a:p>
            <a:r>
              <a:rPr lang="en-US" dirty="0"/>
              <a:t>Pretrained on ImageNet</a:t>
            </a:r>
          </a:p>
          <a:p>
            <a:r>
              <a:rPr lang="en-US" dirty="0"/>
              <a:t>Global Average Pooling</a:t>
            </a:r>
          </a:p>
          <a:p>
            <a:r>
              <a:rPr lang="en-US" dirty="0"/>
              <a:t>BN → Dense(256, </a:t>
            </a:r>
            <a:r>
              <a:rPr lang="en-US" dirty="0" err="1"/>
              <a:t>ReLU</a:t>
            </a:r>
            <a:r>
              <a:rPr lang="en-US" dirty="0"/>
              <a:t>, L2) → Dropout(0.5)</a:t>
            </a:r>
          </a:p>
          <a:p>
            <a:r>
              <a:rPr lang="en-US" dirty="0"/>
              <a:t>Dense(4,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r>
              <a:rPr lang="en-US" dirty="0"/>
              <a:t>Loss: Categorical Cross-Entropy</a:t>
            </a:r>
          </a:p>
          <a:p>
            <a:r>
              <a:rPr lang="en-US" dirty="0"/>
              <a:t>Optimizer: Adam (LR=1e-4)</a:t>
            </a:r>
          </a:p>
          <a:p>
            <a:pPr marL="0" indent="0">
              <a:buNone/>
            </a:pPr>
            <a:r>
              <a:rPr lang="en-US" b="1" dirty="0"/>
              <a:t>Regularization:</a:t>
            </a:r>
            <a:r>
              <a:rPr lang="en-US" dirty="0"/>
              <a:t> Dropout, Weight Decay, LR Scheduling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3314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FD3AE-0C27-6493-7339-AB020336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Model Architecture Diagram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5244A0-A988-EB2B-8514-31203B3E9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250065"/>
            <a:ext cx="7179970" cy="436183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29D93-CCB1-C045-4254-A1946448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300"/>
              <a:t>Proposed Improvements</a:t>
            </a:r>
            <a:endParaRPr lang="en-AE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EE476-6020-2BFA-634D-D1C8EAD99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Focal Loss</a:t>
            </a:r>
          </a:p>
          <a:p>
            <a:r>
              <a:rPr lang="el-GR" dirty="0"/>
              <a:t>γ = 2, α = </a:t>
            </a:r>
            <a:r>
              <a:rPr lang="en-US" dirty="0"/>
              <a:t>inverse class frequency</a:t>
            </a:r>
          </a:p>
          <a:p>
            <a:r>
              <a:rPr lang="en-US" dirty="0"/>
              <a:t>Focuses training on hard-to-classify samples</a:t>
            </a:r>
          </a:p>
          <a:p>
            <a:r>
              <a:rPr lang="en-US" dirty="0"/>
              <a:t>Reduces majority-class dominance</a:t>
            </a:r>
          </a:p>
          <a:p>
            <a:pPr marL="0" indent="0">
              <a:buNone/>
            </a:pPr>
            <a:r>
              <a:rPr lang="en-US" b="1" dirty="0"/>
              <a:t>2. Strong Data Augmentation</a:t>
            </a:r>
          </a:p>
          <a:p>
            <a:r>
              <a:rPr lang="en-US" dirty="0"/>
              <a:t>Rotation</a:t>
            </a:r>
          </a:p>
          <a:p>
            <a:r>
              <a:rPr lang="en-US" dirty="0"/>
              <a:t>Brightness changes</a:t>
            </a:r>
          </a:p>
          <a:p>
            <a:r>
              <a:rPr lang="en-US" dirty="0"/>
              <a:t>Zoom</a:t>
            </a:r>
          </a:p>
          <a:p>
            <a:r>
              <a:rPr lang="en-US" dirty="0"/>
              <a:t>Translation</a:t>
            </a:r>
          </a:p>
          <a:p>
            <a:r>
              <a:rPr lang="en-US" dirty="0"/>
              <a:t>Horizontal/Vertical flip</a:t>
            </a:r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Improve generalization + reduce overfitting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969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DE442-0A8A-2FD8-92AE-B538265B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Focal Loss Concept Graph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a graph with colored lines&#10;&#10;AI-generated content may be incorrect.">
            <a:extLst>
              <a:ext uri="{FF2B5EF4-FFF2-40B4-BE49-F238E27FC236}">
                <a16:creationId xmlns:a16="http://schemas.microsoft.com/office/drawing/2014/main" id="{0484BF82-B3EE-DD0B-E79A-59981323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13" y="863602"/>
            <a:ext cx="6458814" cy="51347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6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5329C-EB0E-52A9-3B6D-3D21AAB9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Results 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50E313BC-100D-123C-A0D3-4FE1B37FC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COVID-19 Recall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Baseline: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0.938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Focal: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0.949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Focal + Aug: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0.958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Strong improvement in minority-class performance.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FB580E4-6C76-1A54-BB01-F819AF707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554521"/>
              </p:ext>
            </p:extLst>
          </p:nvPr>
        </p:nvGraphicFramePr>
        <p:xfrm>
          <a:off x="800098" y="3004078"/>
          <a:ext cx="5549904" cy="2441532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953829">
                  <a:extLst>
                    <a:ext uri="{9D8B030D-6E8A-4147-A177-3AD203B41FA5}">
                      <a16:colId xmlns:a16="http://schemas.microsoft.com/office/drawing/2014/main" val="4229313675"/>
                    </a:ext>
                  </a:extLst>
                </a:gridCol>
                <a:gridCol w="1849080">
                  <a:extLst>
                    <a:ext uri="{9D8B030D-6E8A-4147-A177-3AD203B41FA5}">
                      <a16:colId xmlns:a16="http://schemas.microsoft.com/office/drawing/2014/main" val="383311491"/>
                    </a:ext>
                  </a:extLst>
                </a:gridCol>
                <a:gridCol w="1746995">
                  <a:extLst>
                    <a:ext uri="{9D8B030D-6E8A-4147-A177-3AD203B41FA5}">
                      <a16:colId xmlns:a16="http://schemas.microsoft.com/office/drawing/2014/main" val="1040440220"/>
                    </a:ext>
                  </a:extLst>
                </a:gridCol>
              </a:tblGrid>
              <a:tr h="69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191743" marR="191743" marT="191743" marB="19174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91743" marR="191743" marT="191743" marB="19174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all" spc="60">
                          <a:solidFill>
                            <a:schemeClr val="tx1"/>
                          </a:solidFill>
                        </a:rPr>
                        <a:t>Macro F1</a:t>
                      </a:r>
                    </a:p>
                  </a:txBody>
                  <a:tcPr marL="191743" marR="191743" marT="191743" marB="19174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008027"/>
                  </a:ext>
                </a:extLst>
              </a:tr>
              <a:tr h="58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cap="none" spc="0">
                          <a:solidFill>
                            <a:schemeClr val="tx1"/>
                          </a:solidFill>
                        </a:rPr>
                        <a:t>0.953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cap="none" spc="0">
                          <a:solidFill>
                            <a:schemeClr val="tx1"/>
                          </a:solidFill>
                        </a:rPr>
                        <a:t>0.945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58879"/>
                  </a:ext>
                </a:extLst>
              </a:tr>
              <a:tr h="58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Focal Loss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cap="none" spc="0">
                          <a:solidFill>
                            <a:schemeClr val="tx1"/>
                          </a:solidFill>
                        </a:rPr>
                        <a:t>0.958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cap="none" spc="0">
                          <a:solidFill>
                            <a:schemeClr val="tx1"/>
                          </a:solidFill>
                        </a:rPr>
                        <a:t>0.952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2221"/>
                  </a:ext>
                </a:extLst>
              </a:tr>
              <a:tr h="58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Focal + Aug</a:t>
                      </a: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b="1" cap="none" spc="0">
                          <a:solidFill>
                            <a:schemeClr val="tx1"/>
                          </a:solidFill>
                        </a:rPr>
                        <a:t>0.961</a:t>
                      </a:r>
                      <a:endParaRPr lang="en-AE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2200" b="1" cap="none" spc="0">
                          <a:solidFill>
                            <a:schemeClr val="tx1"/>
                          </a:solidFill>
                        </a:rPr>
                        <a:t>0.956</a:t>
                      </a:r>
                      <a:endParaRPr lang="en-AE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829" marR="127829" marT="63914" marB="1278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24545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47E2229-FCDA-1E67-8932-5454D5D78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529" y="2094610"/>
            <a:ext cx="4819903" cy="5079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Accuracy &amp; Macro F1</a:t>
            </a:r>
          </a:p>
        </p:txBody>
      </p:sp>
    </p:spTree>
    <p:extLst>
      <p:ext uri="{BB962C8B-B14F-4D97-AF65-F5344CB8AC3E}">
        <p14:creationId xmlns:p14="http://schemas.microsoft.com/office/powerpoint/2010/main" val="410518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48110-B04C-CAE6-6BB5-769908C3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Overall Performance Comparison Chart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performance comparison&#10;&#10;AI-generated content may be incorrect.">
            <a:extLst>
              <a:ext uri="{FF2B5EF4-FFF2-40B4-BE49-F238E27FC236}">
                <a16:creationId xmlns:a16="http://schemas.microsoft.com/office/drawing/2014/main" id="{378E925F-80CD-A1CA-AFBB-BF8DBF495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133391"/>
            <a:ext cx="7179970" cy="459517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13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F0FE3-13AC-D135-8EBC-934DC743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Confusion Matrices (Summaries)</a:t>
            </a:r>
            <a:endParaRPr lang="en-A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Heart with Pulse">
            <a:extLst>
              <a:ext uri="{FF2B5EF4-FFF2-40B4-BE49-F238E27FC236}">
                <a16:creationId xmlns:a16="http://schemas.microsoft.com/office/drawing/2014/main" id="{99FF384E-2F03-D807-A75D-26B8D02AC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77222-1237-A698-BF67-9FC046DA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Baseline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COVID-19 correctly predicted: </a:t>
            </a:r>
            <a:r>
              <a:rPr lang="en-US" sz="1600" b="1" dirty="0"/>
              <a:t>852/885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Some misclassifications with Lung Opacity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Focal Loss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Higher sensitivity to COVID-19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Reduced false negatives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Focal + Strong Augmentation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Best overall balance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Most robust generalization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i="1" dirty="0"/>
              <a:t>(Full matrices included in the report.)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1411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B7A2E-F640-27D1-65F9-48CC1296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70597"/>
            <a:ext cx="10848975" cy="1100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confusion matrix heatmap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1CC0C8-C714-4135-84E8-4BC5A83F1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A0A0AFA6-25AF-8066-CBD2-16E0F3ABB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90" y="3048000"/>
            <a:ext cx="2809151" cy="2752969"/>
          </a:xfrm>
          <a:prstGeom prst="rect">
            <a:avLst/>
          </a:prstGeom>
        </p:spPr>
      </p:pic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378457A4-3EC9-51AD-8939-AE14958C6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424" y="3038231"/>
            <a:ext cx="2809151" cy="2752969"/>
          </a:xfrm>
          <a:prstGeom prst="rect">
            <a:avLst/>
          </a:prstGeom>
        </p:spPr>
      </p:pic>
      <p:pic>
        <p:nvPicPr>
          <p:cNvPr id="9" name="Picture 8" descr="A graph with blue squares&#10;&#10;AI-generated content may be incorrect.">
            <a:extLst>
              <a:ext uri="{FF2B5EF4-FFF2-40B4-BE49-F238E27FC236}">
                <a16:creationId xmlns:a16="http://schemas.microsoft.com/office/drawing/2014/main" id="{035198BF-2E33-7996-FCE4-14A3B68E2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616" y="3048000"/>
            <a:ext cx="2809151" cy="2752969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AFDA3D-3C0B-4E18-B444-F11410C3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870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F173B-6A2E-4D48-2EEF-430672AD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Per-Class Precision Chart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2841B70A-1944-7E73-B128-9ADB930AB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1" y="863602"/>
            <a:ext cx="6823597" cy="51347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267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AB73F-1BA3-54BF-5903-E01856DE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Per-Class Recall Chart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E3C7FFCD-6FAC-210A-E167-A0104EAA7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1" y="863602"/>
            <a:ext cx="6823597" cy="513475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94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7F6B3-DE0D-4D73-33B4-EB67F348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Per-Class F1 Chart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89E0AC20-7AE7-68FF-CA41-85E185504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1" y="863602"/>
            <a:ext cx="6823597" cy="51347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78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DF977-2FFB-B316-C6BF-DC2FDF30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ROC Curve Template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DB861C4-29C5-0C33-EED2-0B7558474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56" y="863602"/>
            <a:ext cx="6520327" cy="51347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79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9257C-D419-A0E5-7798-6F9FB772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Discussion</a:t>
            </a:r>
            <a:endParaRPr lang="en-A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Questionnaire">
            <a:extLst>
              <a:ext uri="{FF2B5EF4-FFF2-40B4-BE49-F238E27FC236}">
                <a16:creationId xmlns:a16="http://schemas.microsoft.com/office/drawing/2014/main" id="{D1975029-E3FF-35BA-AB98-106B8611A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70F50-EACA-A243-6981-16E44FC4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Baseline EfficientNetB1 performs well, matching paper results.</a:t>
            </a:r>
          </a:p>
          <a:p>
            <a:r>
              <a:rPr lang="en-US" dirty="0"/>
              <a:t>Focal Loss </a:t>
            </a:r>
            <a:r>
              <a:rPr lang="en-US" b="1" dirty="0"/>
              <a:t>reduces false negatives</a:t>
            </a:r>
            <a:r>
              <a:rPr lang="en-US" dirty="0"/>
              <a:t>, critical in healthcare.</a:t>
            </a:r>
          </a:p>
          <a:p>
            <a:r>
              <a:rPr lang="en-US" dirty="0"/>
              <a:t>Strong augmentation provides </a:t>
            </a:r>
            <a:r>
              <a:rPr lang="en-US" b="1" dirty="0"/>
              <a:t>extra robustness</a:t>
            </a:r>
            <a:r>
              <a:rPr lang="en-US" dirty="0"/>
              <a:t> against variations.</a:t>
            </a:r>
          </a:p>
          <a:p>
            <a:r>
              <a:rPr lang="en-US" dirty="0"/>
              <a:t>Improvements align with research question and medical needs.</a:t>
            </a:r>
          </a:p>
        </p:txBody>
      </p:sp>
    </p:spTree>
    <p:extLst>
      <p:ext uri="{BB962C8B-B14F-4D97-AF65-F5344CB8AC3E}">
        <p14:creationId xmlns:p14="http://schemas.microsoft.com/office/powerpoint/2010/main" val="3607283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C714E-5DDE-1402-493C-A8D9483B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A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Target">
            <a:extLst>
              <a:ext uri="{FF2B5EF4-FFF2-40B4-BE49-F238E27FC236}">
                <a16:creationId xmlns:a16="http://schemas.microsoft.com/office/drawing/2014/main" id="{F8FB30BA-B5CE-533E-A8DE-0A83B5275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E0422-7C4F-03B3-AFCD-AF35F3633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Successfully reproduced a state-of-the-art COVID-19 detector.</a:t>
            </a:r>
          </a:p>
          <a:p>
            <a:r>
              <a:rPr lang="en-US" dirty="0"/>
              <a:t>Proposed enhancements improved:</a:t>
            </a:r>
          </a:p>
          <a:p>
            <a:pPr lvl="1"/>
            <a:r>
              <a:rPr lang="en-US" dirty="0"/>
              <a:t>COVID-19 recall</a:t>
            </a:r>
          </a:p>
          <a:p>
            <a:pPr lvl="1"/>
            <a:r>
              <a:rPr lang="en-US" dirty="0"/>
              <a:t>Macro-F1</a:t>
            </a:r>
          </a:p>
          <a:p>
            <a:pPr lvl="1"/>
            <a:r>
              <a:rPr lang="en-US" dirty="0"/>
              <a:t>Overall robustness</a:t>
            </a:r>
          </a:p>
          <a:p>
            <a:r>
              <a:rPr lang="en-US" dirty="0"/>
              <a:t>Demonstrates that advanced loss functions and augmentation </a:t>
            </a:r>
            <a:r>
              <a:rPr lang="en-US" b="1" dirty="0"/>
              <a:t>significantly enhance medical DL models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864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1BCB3-F3EE-3465-A108-AB40C5C6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  <a:endParaRPr lang="en-A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18AF91B-8B4F-7A94-9823-4EB7A43D8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74181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745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09116-2549-BA09-0990-3CF38856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343" y="1137215"/>
            <a:ext cx="5804426" cy="33767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/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F1A7AE17-0110-819A-741D-FC0B16769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1171349"/>
            <a:ext cx="4515301" cy="45153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2500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669</Words>
  <Application>Microsoft Office PowerPoint</Application>
  <PresentationFormat>Widescreen</PresentationFormat>
  <Paragraphs>133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Calisto MT</vt:lpstr>
      <vt:lpstr>Univers Condensed</vt:lpstr>
      <vt:lpstr>ChronicleVTI</vt:lpstr>
      <vt:lpstr>Deep Learning for COVID-19 Detection Using Chest X-Ray Images EfficientNetB1 Reproduction &amp; Enhancement Using Focal Loss Health &amp; Wellness — AI &amp; Deep Learning Project  </vt:lpstr>
      <vt:lpstr>Motivation</vt:lpstr>
      <vt:lpstr>Problem Statement</vt:lpstr>
      <vt:lpstr>Dataset</vt:lpstr>
      <vt:lpstr>Augmentation Grid</vt:lpstr>
      <vt:lpstr>Paper Summary</vt:lpstr>
      <vt:lpstr>Critical Review of the Paper </vt:lpstr>
      <vt:lpstr>Our Research Question</vt:lpstr>
      <vt:lpstr>Baseline Model</vt:lpstr>
      <vt:lpstr>Model Architecture Diagram</vt:lpstr>
      <vt:lpstr>Proposed Improvements</vt:lpstr>
      <vt:lpstr>Focal Loss Concept Graph</vt:lpstr>
      <vt:lpstr>Results Overview</vt:lpstr>
      <vt:lpstr>Overall Performance Comparison Chart</vt:lpstr>
      <vt:lpstr>Confusion Matrices (Summaries)</vt:lpstr>
      <vt:lpstr>confusion matrix heatmap</vt:lpstr>
      <vt:lpstr>Per-Class Precision Chart</vt:lpstr>
      <vt:lpstr>Per-Class Recall Chart</vt:lpstr>
      <vt:lpstr>Per-Class F1 Chart</vt:lpstr>
      <vt:lpstr>ROC Curve Template</vt:lpstr>
      <vt:lpstr>Discussion</vt:lpstr>
      <vt:lpstr>Conclusion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Taha Yasin</dc:creator>
  <cp:lastModifiedBy>Taha Yasin</cp:lastModifiedBy>
  <cp:revision>3</cp:revision>
  <dcterms:created xsi:type="dcterms:W3CDTF">2025-11-25T15:31:30Z</dcterms:created>
  <dcterms:modified xsi:type="dcterms:W3CDTF">2025-12-06T15:59:28Z</dcterms:modified>
</cp:coreProperties>
</file>